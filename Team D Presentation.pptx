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1291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141469" y="2329129"/>
            <a:ext cx="6347460" cy="1387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1F1E1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3A353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1F1E1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3A353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8175" y="7754111"/>
            <a:ext cx="1728216" cy="41147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2829031" y="7754111"/>
            <a:ext cx="1801495" cy="475615"/>
          </a:xfrm>
          <a:custGeom>
            <a:avLst/>
            <a:gdLst/>
            <a:ahLst/>
            <a:cxnLst/>
            <a:rect l="l" t="t" r="r" b="b"/>
            <a:pathLst>
              <a:path w="1801494" h="475615">
                <a:moveTo>
                  <a:pt x="1801368" y="0"/>
                </a:moveTo>
                <a:lnTo>
                  <a:pt x="0" y="0"/>
                </a:lnTo>
                <a:lnTo>
                  <a:pt x="0" y="475488"/>
                </a:lnTo>
                <a:lnTo>
                  <a:pt x="1801368" y="47548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1F1E1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1F1E1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8175" y="7754111"/>
            <a:ext cx="1728216" cy="41147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6251" y="542289"/>
            <a:ext cx="13137896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1F1E1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6251" y="1627504"/>
            <a:ext cx="12496165" cy="19646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3A353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5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FF9F9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94688" y="2846832"/>
            <a:ext cx="11249660" cy="1420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98645" marR="5080" indent="-4386580">
              <a:lnSpc>
                <a:spcPts val="5620"/>
              </a:lnSpc>
            </a:pPr>
            <a:r>
              <a:rPr sz="4450" b="1" spc="-25" dirty="0">
                <a:solidFill>
                  <a:srgbClr val="1F1E1E"/>
                </a:solidFill>
                <a:latin typeface="Arial"/>
                <a:cs typeface="Arial"/>
              </a:rPr>
              <a:t>Gesture</a:t>
            </a:r>
            <a:r>
              <a:rPr lang="en-US" sz="4450" b="1" spc="-25" dirty="0">
                <a:solidFill>
                  <a:srgbClr val="1F1E1E"/>
                </a:solidFill>
                <a:latin typeface="Arial"/>
                <a:cs typeface="Arial"/>
              </a:rPr>
              <a:t>-Based</a:t>
            </a:r>
            <a:r>
              <a:rPr sz="4450" b="1" spc="-195" dirty="0">
                <a:solidFill>
                  <a:srgbClr val="1F1E1E"/>
                </a:solidFill>
                <a:latin typeface="Arial"/>
                <a:cs typeface="Arial"/>
              </a:rPr>
              <a:t> </a:t>
            </a:r>
            <a:r>
              <a:rPr sz="4450" b="1" spc="-20" dirty="0">
                <a:solidFill>
                  <a:srgbClr val="1F1E1E"/>
                </a:solidFill>
                <a:latin typeface="Arial"/>
                <a:cs typeface="Arial"/>
              </a:rPr>
              <a:t>Volume</a:t>
            </a:r>
            <a:r>
              <a:rPr sz="4450" b="1" spc="-130" dirty="0">
                <a:solidFill>
                  <a:srgbClr val="1F1E1E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1F1E1E"/>
                </a:solidFill>
                <a:latin typeface="Arial"/>
                <a:cs typeface="Arial"/>
              </a:rPr>
              <a:t>control</a:t>
            </a:r>
            <a:r>
              <a:rPr sz="4450" b="1" spc="-95" dirty="0">
                <a:solidFill>
                  <a:srgbClr val="1F1E1E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1F1E1E"/>
                </a:solidFill>
                <a:latin typeface="Arial"/>
                <a:cs typeface="Arial"/>
              </a:rPr>
              <a:t>with</a:t>
            </a:r>
            <a:r>
              <a:rPr sz="4450" b="1" spc="-195" dirty="0">
                <a:solidFill>
                  <a:srgbClr val="1F1E1E"/>
                </a:solidFill>
                <a:latin typeface="Arial"/>
                <a:cs typeface="Arial"/>
              </a:rPr>
              <a:t> </a:t>
            </a:r>
            <a:r>
              <a:rPr sz="4450" b="1" spc="-20" dirty="0">
                <a:solidFill>
                  <a:srgbClr val="1F1E1E"/>
                </a:solidFill>
                <a:latin typeface="Arial"/>
                <a:cs typeface="Arial"/>
              </a:rPr>
              <a:t>Hand </a:t>
            </a:r>
            <a:r>
              <a:rPr sz="4450" b="1" spc="-10" dirty="0">
                <a:solidFill>
                  <a:srgbClr val="1F1E1E"/>
                </a:solidFill>
                <a:latin typeface="Arial"/>
                <a:cs typeface="Arial"/>
              </a:rPr>
              <a:t>Gestures</a:t>
            </a:r>
            <a:endParaRPr sz="445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70678" y="4588014"/>
            <a:ext cx="4298315" cy="721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35100" marR="5080" indent="-1423035">
              <a:lnSpc>
                <a:spcPct val="134300"/>
              </a:lnSpc>
              <a:spcBef>
                <a:spcPts val="90"/>
              </a:spcBef>
            </a:pPr>
            <a:r>
              <a:rPr sz="1700" spc="-10" dirty="0">
                <a:solidFill>
                  <a:srgbClr val="3A3535"/>
                </a:solidFill>
                <a:latin typeface="Arial MT"/>
                <a:cs typeface="Arial MT"/>
              </a:rPr>
              <a:t>Gesture-</a:t>
            </a:r>
            <a:r>
              <a:rPr sz="1700" dirty="0">
                <a:solidFill>
                  <a:srgbClr val="3A3535"/>
                </a:solidFill>
                <a:latin typeface="Arial MT"/>
                <a:cs typeface="Arial MT"/>
              </a:rPr>
              <a:t>based</a:t>
            </a:r>
            <a:r>
              <a:rPr sz="1700" spc="-35" dirty="0">
                <a:solidFill>
                  <a:srgbClr val="3A353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A3535"/>
                </a:solidFill>
                <a:latin typeface="Arial MT"/>
                <a:cs typeface="Arial MT"/>
              </a:rPr>
              <a:t>Human</a:t>
            </a:r>
            <a:r>
              <a:rPr sz="1700" spc="-30" dirty="0">
                <a:solidFill>
                  <a:srgbClr val="3A353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A3535"/>
                </a:solidFill>
                <a:latin typeface="Arial MT"/>
                <a:cs typeface="Arial MT"/>
              </a:rPr>
              <a:t>Computer</a:t>
            </a:r>
            <a:r>
              <a:rPr sz="1700" spc="-75" dirty="0">
                <a:solidFill>
                  <a:srgbClr val="3A3535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3A3535"/>
                </a:solidFill>
                <a:latin typeface="Arial MT"/>
                <a:cs typeface="Arial MT"/>
              </a:rPr>
              <a:t>Interaction </a:t>
            </a:r>
            <a:r>
              <a:rPr sz="1700" dirty="0">
                <a:solidFill>
                  <a:srgbClr val="3A3535"/>
                </a:solidFill>
                <a:latin typeface="Arial MT"/>
                <a:cs typeface="Arial MT"/>
              </a:rPr>
              <a:t>MILESTONE</a:t>
            </a:r>
            <a:r>
              <a:rPr sz="1700" spc="-65" dirty="0">
                <a:solidFill>
                  <a:srgbClr val="3A3535"/>
                </a:solidFill>
                <a:latin typeface="Arial MT"/>
                <a:cs typeface="Arial MT"/>
              </a:rPr>
              <a:t> </a:t>
            </a:r>
            <a:r>
              <a:rPr sz="1700" spc="-50" dirty="0">
                <a:solidFill>
                  <a:srgbClr val="3A3535"/>
                </a:solidFill>
                <a:latin typeface="Arial MT"/>
                <a:cs typeface="Arial MT"/>
              </a:rPr>
              <a:t>4</a:t>
            </a:r>
            <a:endParaRPr sz="17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34800" y="6098603"/>
            <a:ext cx="2477643" cy="1449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10" dirty="0">
                <a:latin typeface="Calibri"/>
                <a:cs typeface="Calibri"/>
              </a:rPr>
              <a:t>TEAM-D</a:t>
            </a:r>
            <a:endParaRPr lang="en-US" sz="18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65" dirty="0">
                <a:latin typeface="Calibri"/>
                <a:cs typeface="Calibri"/>
              </a:rPr>
              <a:t>Sourav Gorai</a:t>
            </a:r>
            <a:r>
              <a:rPr sz="1800" spc="-65" dirty="0">
                <a:latin typeface="Calibri"/>
                <a:cs typeface="Calibri"/>
              </a:rPr>
              <a:t> </a:t>
            </a:r>
            <a:endParaRPr lang="en-US" sz="1800" spc="-65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spc="-65" dirty="0">
                <a:latin typeface="Calibri"/>
                <a:cs typeface="Calibri"/>
              </a:rPr>
              <a:t>Bassi Pavan</a:t>
            </a:r>
          </a:p>
          <a:p>
            <a:pPr marL="12700">
              <a:spcBef>
                <a:spcPts val="100"/>
              </a:spcBef>
            </a:pPr>
            <a:r>
              <a:rPr lang="en-IN" spc="-65" dirty="0">
                <a:latin typeface="Calibri"/>
                <a:cs typeface="Calibri"/>
              </a:rPr>
              <a:t>Arpitha M</a:t>
            </a:r>
            <a:endParaRPr lang="en-IN" sz="1800" spc="-65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65" dirty="0">
                <a:latin typeface="Calibri"/>
                <a:cs typeface="Calibri"/>
              </a:rPr>
              <a:t>Sofia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719304" y="7635240"/>
            <a:ext cx="1801495" cy="466725"/>
          </a:xfrm>
          <a:custGeom>
            <a:avLst/>
            <a:gdLst/>
            <a:ahLst/>
            <a:cxnLst/>
            <a:rect l="l" t="t" r="r" b="b"/>
            <a:pathLst>
              <a:path w="1801494" h="466725">
                <a:moveTo>
                  <a:pt x="1801367" y="0"/>
                </a:moveTo>
                <a:lnTo>
                  <a:pt x="0" y="0"/>
                </a:lnTo>
                <a:lnTo>
                  <a:pt x="0" y="466343"/>
                </a:lnTo>
                <a:lnTo>
                  <a:pt x="1801367" y="466343"/>
                </a:lnTo>
                <a:lnTo>
                  <a:pt x="1801367" y="0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4560" y="419475"/>
            <a:ext cx="2719705" cy="7067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450" spc="-10" dirty="0">
                <a:latin typeface="Calibri"/>
                <a:cs typeface="Calibri"/>
              </a:rPr>
              <a:t>Introducing</a:t>
            </a:r>
            <a:endParaRPr sz="445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2461" y="1368292"/>
            <a:ext cx="13152119" cy="18973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algn="just">
              <a:lnSpc>
                <a:spcPct val="113100"/>
              </a:lnSpc>
              <a:spcBef>
                <a:spcPts val="120"/>
              </a:spcBef>
            </a:pPr>
            <a:r>
              <a:rPr lang="en-US" sz="2200" dirty="0">
                <a:latin typeface="Trebuchet MS" panose="020B0603020202020204" pitchFamily="34" charset="0"/>
              </a:rPr>
              <a:t>The </a:t>
            </a:r>
            <a:r>
              <a:rPr lang="en-US" sz="2200" b="1" dirty="0" err="1">
                <a:latin typeface="Trebuchet MS" panose="020B0603020202020204" pitchFamily="34" charset="0"/>
              </a:rPr>
              <a:t>GestureVolume</a:t>
            </a:r>
            <a:r>
              <a:rPr lang="en-US" sz="2200" dirty="0">
                <a:latin typeface="Trebuchet MS" panose="020B0603020202020204" pitchFamily="34" charset="0"/>
              </a:rPr>
              <a:t> project represents a significant advancement in Human–Computer Interaction (HCI) by enabling system volume control through hand gesture recognition. The project implements a real-time approach that allows users to adjust volume using simple and intuitive hand movements. It is developed using a Python-based framework, integrating </a:t>
            </a:r>
            <a:r>
              <a:rPr lang="en-US" sz="2200" b="1" dirty="0" err="1">
                <a:latin typeface="Trebuchet MS" panose="020B0603020202020204" pitchFamily="34" charset="0"/>
              </a:rPr>
              <a:t>MediaPipe</a:t>
            </a:r>
            <a:r>
              <a:rPr lang="en-US" sz="2200" dirty="0">
                <a:latin typeface="Trebuchet MS" panose="020B0603020202020204" pitchFamily="34" charset="0"/>
              </a:rPr>
              <a:t> for hand landmark detection, </a:t>
            </a:r>
            <a:r>
              <a:rPr lang="en-US" sz="2200" b="1" dirty="0">
                <a:latin typeface="Trebuchet MS" panose="020B0603020202020204" pitchFamily="34" charset="0"/>
              </a:rPr>
              <a:t>OpenCV</a:t>
            </a:r>
            <a:r>
              <a:rPr lang="en-US" sz="2200" dirty="0">
                <a:latin typeface="Trebuchet MS" panose="020B0603020202020204" pitchFamily="34" charset="0"/>
              </a:rPr>
              <a:t> for video processing, and </a:t>
            </a:r>
            <a:r>
              <a:rPr lang="en-US" sz="2200" b="1" dirty="0" err="1">
                <a:latin typeface="Trebuchet MS" panose="020B0603020202020204" pitchFamily="34" charset="0"/>
              </a:rPr>
              <a:t>PyAutoGUI</a:t>
            </a:r>
            <a:r>
              <a:rPr lang="en-US" sz="2200" dirty="0">
                <a:latin typeface="Trebuchet MS" panose="020B0603020202020204" pitchFamily="34" charset="0"/>
              </a:rPr>
              <a:t> for system-level volume control</a:t>
            </a:r>
            <a:r>
              <a:rPr sz="2000" spc="-10" dirty="0">
                <a:solidFill>
                  <a:srgbClr val="3A3535"/>
                </a:solidFill>
                <a:latin typeface="Trebuchet MS" panose="020B0603020202020204" pitchFamily="34" charset="0"/>
                <a:cs typeface="Calibri"/>
              </a:rPr>
              <a:t>.</a:t>
            </a:r>
            <a:endParaRPr sz="2000" dirty="0">
              <a:latin typeface="Trebuchet MS" panose="020B0603020202020204" pitchFamily="34" charset="0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59713" y="3512058"/>
            <a:ext cx="4232275" cy="3884929"/>
            <a:chOff x="759713" y="3512058"/>
            <a:chExt cx="4232275" cy="3884929"/>
          </a:xfrm>
        </p:grpSpPr>
        <p:sp>
          <p:nvSpPr>
            <p:cNvPr id="6" name="object 6"/>
            <p:cNvSpPr/>
            <p:nvPr/>
          </p:nvSpPr>
          <p:spPr>
            <a:xfrm>
              <a:off x="763523" y="3515868"/>
              <a:ext cx="4224655" cy="3877310"/>
            </a:xfrm>
            <a:custGeom>
              <a:avLst/>
              <a:gdLst/>
              <a:ahLst/>
              <a:cxnLst/>
              <a:rect l="l" t="t" r="r" b="b"/>
              <a:pathLst>
                <a:path w="4224655" h="3877309">
                  <a:moveTo>
                    <a:pt x="4133596" y="0"/>
                  </a:moveTo>
                  <a:lnTo>
                    <a:pt x="90919" y="0"/>
                  </a:lnTo>
                  <a:lnTo>
                    <a:pt x="55528" y="7153"/>
                  </a:lnTo>
                  <a:lnTo>
                    <a:pt x="26628" y="26654"/>
                  </a:lnTo>
                  <a:lnTo>
                    <a:pt x="7144" y="55560"/>
                  </a:lnTo>
                  <a:lnTo>
                    <a:pt x="0" y="90932"/>
                  </a:lnTo>
                  <a:lnTo>
                    <a:pt x="0" y="3786136"/>
                  </a:lnTo>
                  <a:lnTo>
                    <a:pt x="7144" y="3821527"/>
                  </a:lnTo>
                  <a:lnTo>
                    <a:pt x="26628" y="3850427"/>
                  </a:lnTo>
                  <a:lnTo>
                    <a:pt x="55528" y="3869911"/>
                  </a:lnTo>
                  <a:lnTo>
                    <a:pt x="90919" y="3877056"/>
                  </a:lnTo>
                  <a:lnTo>
                    <a:pt x="4133596" y="3877056"/>
                  </a:lnTo>
                  <a:lnTo>
                    <a:pt x="4168967" y="3869911"/>
                  </a:lnTo>
                  <a:lnTo>
                    <a:pt x="4197873" y="3850427"/>
                  </a:lnTo>
                  <a:lnTo>
                    <a:pt x="4217374" y="3821527"/>
                  </a:lnTo>
                  <a:lnTo>
                    <a:pt x="4224528" y="3786136"/>
                  </a:lnTo>
                  <a:lnTo>
                    <a:pt x="4224528" y="90932"/>
                  </a:lnTo>
                  <a:lnTo>
                    <a:pt x="4217374" y="55560"/>
                  </a:lnTo>
                  <a:lnTo>
                    <a:pt x="4197873" y="26654"/>
                  </a:lnTo>
                  <a:lnTo>
                    <a:pt x="4168967" y="7153"/>
                  </a:lnTo>
                  <a:lnTo>
                    <a:pt x="4133596" y="0"/>
                  </a:lnTo>
                  <a:close/>
                </a:path>
              </a:pathLst>
            </a:custGeom>
            <a:solidFill>
              <a:srgbClr val="D4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3523" y="3515868"/>
              <a:ext cx="4224655" cy="3877310"/>
            </a:xfrm>
            <a:custGeom>
              <a:avLst/>
              <a:gdLst/>
              <a:ahLst/>
              <a:cxnLst/>
              <a:rect l="l" t="t" r="r" b="b"/>
              <a:pathLst>
                <a:path w="4224655" h="3877309">
                  <a:moveTo>
                    <a:pt x="0" y="90932"/>
                  </a:moveTo>
                  <a:lnTo>
                    <a:pt x="7144" y="55560"/>
                  </a:lnTo>
                  <a:lnTo>
                    <a:pt x="26628" y="26654"/>
                  </a:lnTo>
                  <a:lnTo>
                    <a:pt x="55528" y="7153"/>
                  </a:lnTo>
                  <a:lnTo>
                    <a:pt x="90919" y="0"/>
                  </a:lnTo>
                  <a:lnTo>
                    <a:pt x="4133596" y="0"/>
                  </a:lnTo>
                  <a:lnTo>
                    <a:pt x="4168967" y="7153"/>
                  </a:lnTo>
                  <a:lnTo>
                    <a:pt x="4197873" y="26654"/>
                  </a:lnTo>
                  <a:lnTo>
                    <a:pt x="4217374" y="55560"/>
                  </a:lnTo>
                  <a:lnTo>
                    <a:pt x="4224528" y="90932"/>
                  </a:lnTo>
                  <a:lnTo>
                    <a:pt x="4224528" y="3786136"/>
                  </a:lnTo>
                  <a:lnTo>
                    <a:pt x="4217374" y="3821527"/>
                  </a:lnTo>
                  <a:lnTo>
                    <a:pt x="4197873" y="3850427"/>
                  </a:lnTo>
                  <a:lnTo>
                    <a:pt x="4168967" y="3869911"/>
                  </a:lnTo>
                  <a:lnTo>
                    <a:pt x="4133596" y="3877056"/>
                  </a:lnTo>
                  <a:lnTo>
                    <a:pt x="90919" y="3877056"/>
                  </a:lnTo>
                  <a:lnTo>
                    <a:pt x="55528" y="3869911"/>
                  </a:lnTo>
                  <a:lnTo>
                    <a:pt x="26628" y="3850427"/>
                  </a:lnTo>
                  <a:lnTo>
                    <a:pt x="7144" y="3821527"/>
                  </a:lnTo>
                  <a:lnTo>
                    <a:pt x="0" y="3786136"/>
                  </a:lnTo>
                  <a:lnTo>
                    <a:pt x="0" y="90932"/>
                  </a:lnTo>
                  <a:close/>
                </a:path>
              </a:pathLst>
            </a:custGeom>
            <a:ln w="7619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78407" y="3730752"/>
              <a:ext cx="658495" cy="649605"/>
            </a:xfrm>
            <a:custGeom>
              <a:avLst/>
              <a:gdLst/>
              <a:ahLst/>
              <a:cxnLst/>
              <a:rect l="l" t="t" r="r" b="b"/>
              <a:pathLst>
                <a:path w="658494" h="649604">
                  <a:moveTo>
                    <a:pt x="333755" y="0"/>
                  </a:moveTo>
                  <a:lnTo>
                    <a:pt x="324611" y="0"/>
                  </a:lnTo>
                  <a:lnTo>
                    <a:pt x="276644" y="3518"/>
                  </a:lnTo>
                  <a:lnTo>
                    <a:pt x="230861" y="13740"/>
                  </a:lnTo>
                  <a:lnTo>
                    <a:pt x="187765" y="30162"/>
                  </a:lnTo>
                  <a:lnTo>
                    <a:pt x="147859" y="52285"/>
                  </a:lnTo>
                  <a:lnTo>
                    <a:pt x="111644" y="79606"/>
                  </a:lnTo>
                  <a:lnTo>
                    <a:pt x="79623" y="111624"/>
                  </a:lnTo>
                  <a:lnTo>
                    <a:pt x="52298" y="147837"/>
                  </a:lnTo>
                  <a:lnTo>
                    <a:pt x="30171" y="187743"/>
                  </a:lnTo>
                  <a:lnTo>
                    <a:pt x="13744" y="230843"/>
                  </a:lnTo>
                  <a:lnTo>
                    <a:pt x="3519" y="276632"/>
                  </a:lnTo>
                  <a:lnTo>
                    <a:pt x="0" y="324612"/>
                  </a:lnTo>
                  <a:lnTo>
                    <a:pt x="3519" y="372591"/>
                  </a:lnTo>
                  <a:lnTo>
                    <a:pt x="13744" y="418380"/>
                  </a:lnTo>
                  <a:lnTo>
                    <a:pt x="30171" y="461480"/>
                  </a:lnTo>
                  <a:lnTo>
                    <a:pt x="52298" y="501386"/>
                  </a:lnTo>
                  <a:lnTo>
                    <a:pt x="79623" y="537599"/>
                  </a:lnTo>
                  <a:lnTo>
                    <a:pt x="111644" y="569617"/>
                  </a:lnTo>
                  <a:lnTo>
                    <a:pt x="147859" y="596938"/>
                  </a:lnTo>
                  <a:lnTo>
                    <a:pt x="187765" y="619061"/>
                  </a:lnTo>
                  <a:lnTo>
                    <a:pt x="230861" y="635483"/>
                  </a:lnTo>
                  <a:lnTo>
                    <a:pt x="276644" y="645705"/>
                  </a:lnTo>
                  <a:lnTo>
                    <a:pt x="324611" y="649224"/>
                  </a:lnTo>
                  <a:lnTo>
                    <a:pt x="333755" y="649224"/>
                  </a:lnTo>
                  <a:lnTo>
                    <a:pt x="381735" y="645705"/>
                  </a:lnTo>
                  <a:lnTo>
                    <a:pt x="427524" y="635483"/>
                  </a:lnTo>
                  <a:lnTo>
                    <a:pt x="470624" y="619061"/>
                  </a:lnTo>
                  <a:lnTo>
                    <a:pt x="510530" y="596938"/>
                  </a:lnTo>
                  <a:lnTo>
                    <a:pt x="546743" y="569617"/>
                  </a:lnTo>
                  <a:lnTo>
                    <a:pt x="578761" y="537599"/>
                  </a:lnTo>
                  <a:lnTo>
                    <a:pt x="606082" y="501386"/>
                  </a:lnTo>
                  <a:lnTo>
                    <a:pt x="628205" y="461480"/>
                  </a:lnTo>
                  <a:lnTo>
                    <a:pt x="644627" y="418380"/>
                  </a:lnTo>
                  <a:lnTo>
                    <a:pt x="654849" y="372591"/>
                  </a:lnTo>
                  <a:lnTo>
                    <a:pt x="658367" y="324612"/>
                  </a:lnTo>
                  <a:lnTo>
                    <a:pt x="654849" y="276632"/>
                  </a:lnTo>
                  <a:lnTo>
                    <a:pt x="644627" y="230843"/>
                  </a:lnTo>
                  <a:lnTo>
                    <a:pt x="628205" y="187743"/>
                  </a:lnTo>
                  <a:lnTo>
                    <a:pt x="606082" y="147837"/>
                  </a:lnTo>
                  <a:lnTo>
                    <a:pt x="578761" y="111624"/>
                  </a:lnTo>
                  <a:lnTo>
                    <a:pt x="546743" y="79606"/>
                  </a:lnTo>
                  <a:lnTo>
                    <a:pt x="510530" y="52285"/>
                  </a:lnTo>
                  <a:lnTo>
                    <a:pt x="470624" y="30162"/>
                  </a:lnTo>
                  <a:lnTo>
                    <a:pt x="427524" y="13740"/>
                  </a:lnTo>
                  <a:lnTo>
                    <a:pt x="381735" y="3518"/>
                  </a:lnTo>
                  <a:lnTo>
                    <a:pt x="333755" y="0"/>
                  </a:lnTo>
                  <a:close/>
                </a:path>
              </a:pathLst>
            </a:custGeom>
            <a:solidFill>
              <a:srgbClr val="1A2C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74482" y="3925704"/>
              <a:ext cx="266700" cy="268605"/>
            </a:xfrm>
            <a:custGeom>
              <a:avLst/>
              <a:gdLst/>
              <a:ahLst/>
              <a:cxnLst/>
              <a:rect l="l" t="t" r="r" b="b"/>
              <a:pathLst>
                <a:path w="266700" h="268604">
                  <a:moveTo>
                    <a:pt x="18249" y="201941"/>
                  </a:moveTo>
                  <a:lnTo>
                    <a:pt x="3448" y="163820"/>
                  </a:lnTo>
                  <a:lnTo>
                    <a:pt x="0" y="140036"/>
                  </a:lnTo>
                  <a:lnTo>
                    <a:pt x="126" y="131463"/>
                  </a:lnTo>
                  <a:lnTo>
                    <a:pt x="7021" y="91479"/>
                  </a:lnTo>
                  <a:lnTo>
                    <a:pt x="25833" y="54668"/>
                  </a:lnTo>
                  <a:lnTo>
                    <a:pt x="53495" y="26112"/>
                  </a:lnTo>
                  <a:lnTo>
                    <a:pt x="88830" y="7576"/>
                  </a:lnTo>
                  <a:lnTo>
                    <a:pt x="129731" y="101"/>
                  </a:lnTo>
                  <a:lnTo>
                    <a:pt x="137870" y="0"/>
                  </a:lnTo>
                  <a:lnTo>
                    <a:pt x="145181" y="162"/>
                  </a:lnTo>
                  <a:lnTo>
                    <a:pt x="184490" y="10016"/>
                  </a:lnTo>
                  <a:lnTo>
                    <a:pt x="218238" y="30843"/>
                  </a:lnTo>
                  <a:lnTo>
                    <a:pt x="244766" y="60949"/>
                  </a:lnTo>
                  <a:lnTo>
                    <a:pt x="261490" y="97635"/>
                  </a:lnTo>
                  <a:lnTo>
                    <a:pt x="266240" y="129250"/>
                  </a:lnTo>
                  <a:lnTo>
                    <a:pt x="266031" y="137920"/>
                  </a:lnTo>
                  <a:lnTo>
                    <a:pt x="258958" y="176883"/>
                  </a:lnTo>
                  <a:lnTo>
                    <a:pt x="239692" y="213746"/>
                  </a:lnTo>
                  <a:lnTo>
                    <a:pt x="212157" y="242093"/>
                  </a:lnTo>
                  <a:lnTo>
                    <a:pt x="177019" y="260968"/>
                  </a:lnTo>
                  <a:lnTo>
                    <a:pt x="153391" y="267290"/>
                  </a:lnTo>
                  <a:lnTo>
                    <a:pt x="142616" y="268481"/>
                  </a:lnTo>
                </a:path>
                <a:path w="266700" h="268604">
                  <a:moveTo>
                    <a:pt x="140906" y="128275"/>
                  </a:moveTo>
                  <a:lnTo>
                    <a:pt x="142326" y="132713"/>
                  </a:lnTo>
                  <a:lnTo>
                    <a:pt x="142714" y="135046"/>
                  </a:lnTo>
                  <a:lnTo>
                    <a:pt x="142494" y="137437"/>
                  </a:lnTo>
                  <a:lnTo>
                    <a:pt x="132521" y="145677"/>
                  </a:lnTo>
                  <a:lnTo>
                    <a:pt x="130458" y="145392"/>
                  </a:lnTo>
                  <a:lnTo>
                    <a:pt x="122541" y="135256"/>
                  </a:lnTo>
                  <a:lnTo>
                    <a:pt x="122792" y="133505"/>
                  </a:lnTo>
                  <a:lnTo>
                    <a:pt x="123222" y="131366"/>
                  </a:lnTo>
                  <a:lnTo>
                    <a:pt x="123828" y="128839"/>
                  </a:lnTo>
                </a:path>
                <a:path w="266700" h="268604">
                  <a:moveTo>
                    <a:pt x="132590" y="21518"/>
                  </a:moveTo>
                  <a:lnTo>
                    <a:pt x="132704" y="42746"/>
                  </a:lnTo>
                </a:path>
                <a:path w="266700" h="268604">
                  <a:moveTo>
                    <a:pt x="140758" y="128431"/>
                  </a:moveTo>
                  <a:lnTo>
                    <a:pt x="135954" y="123925"/>
                  </a:lnTo>
                  <a:lnTo>
                    <a:pt x="128418" y="124111"/>
                  </a:lnTo>
                  <a:lnTo>
                    <a:pt x="123847" y="128858"/>
                  </a:lnTo>
                </a:path>
                <a:path w="266700" h="268604">
                  <a:moveTo>
                    <a:pt x="140906" y="128275"/>
                  </a:moveTo>
                  <a:lnTo>
                    <a:pt x="203691" y="69355"/>
                  </a:lnTo>
                </a:path>
                <a:path w="266700" h="268604">
                  <a:moveTo>
                    <a:pt x="76256" y="87990"/>
                  </a:moveTo>
                  <a:lnTo>
                    <a:pt x="123828" y="128839"/>
                  </a:lnTo>
                </a:path>
                <a:path w="266700" h="268604">
                  <a:moveTo>
                    <a:pt x="20538" y="134179"/>
                  </a:moveTo>
                  <a:lnTo>
                    <a:pt x="39225" y="134369"/>
                  </a:lnTo>
                </a:path>
                <a:path w="266700" h="268604">
                  <a:moveTo>
                    <a:pt x="228014" y="134917"/>
                  </a:moveTo>
                  <a:lnTo>
                    <a:pt x="245416" y="134456"/>
                  </a:lnTo>
                </a:path>
              </a:pathLst>
            </a:custGeom>
            <a:ln w="1191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6884" y="4121626"/>
              <a:ext cx="136172" cy="78517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970432" y="4390536"/>
            <a:ext cx="3409950" cy="2054860"/>
          </a:xfrm>
          <a:prstGeom prst="rect">
            <a:avLst/>
          </a:prstGeom>
        </p:spPr>
        <p:txBody>
          <a:bodyPr vert="horz" wrap="square" lIns="0" tIns="199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2200" b="1" spc="-40" dirty="0">
                <a:solidFill>
                  <a:srgbClr val="3A3535"/>
                </a:solidFill>
                <a:latin typeface="Trebuchet MS"/>
                <a:cs typeface="Trebuchet MS"/>
              </a:rPr>
              <a:t>Real-</a:t>
            </a:r>
            <a:r>
              <a:rPr sz="2200" b="1" spc="-75" dirty="0">
                <a:solidFill>
                  <a:srgbClr val="3A3535"/>
                </a:solidFill>
                <a:latin typeface="Trebuchet MS"/>
                <a:cs typeface="Trebuchet MS"/>
              </a:rPr>
              <a:t>Time</a:t>
            </a:r>
            <a:r>
              <a:rPr sz="2200" b="1" spc="-19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3A3535"/>
                </a:solidFill>
                <a:latin typeface="Trebuchet MS"/>
                <a:cs typeface="Trebuchet MS"/>
              </a:rPr>
              <a:t>Interaction</a:t>
            </a:r>
            <a:endParaRPr sz="2200" dirty="0">
              <a:latin typeface="Trebuchet MS"/>
              <a:cs typeface="Trebuchet MS"/>
            </a:endParaRPr>
          </a:p>
          <a:p>
            <a:pPr marL="12700" marR="5080">
              <a:lnSpc>
                <a:spcPct val="113100"/>
              </a:lnSpc>
              <a:spcBef>
                <a:spcPts val="1005"/>
              </a:spcBef>
            </a:pPr>
            <a:r>
              <a:rPr sz="2000" dirty="0">
                <a:solidFill>
                  <a:srgbClr val="3A3535"/>
                </a:solidFill>
                <a:latin typeface="Trebuchet MS"/>
                <a:cs typeface="Trebuchet MS"/>
              </a:rPr>
              <a:t>Processes</a:t>
            </a:r>
            <a:r>
              <a:rPr sz="2000" spc="-18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3A3535"/>
                </a:solidFill>
                <a:latin typeface="Trebuchet MS"/>
                <a:cs typeface="Trebuchet MS"/>
              </a:rPr>
              <a:t>frames</a:t>
            </a:r>
            <a:r>
              <a:rPr sz="2000" spc="-9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A3535"/>
                </a:solidFill>
                <a:latin typeface="Trebuchet MS"/>
                <a:cs typeface="Trebuchet MS"/>
              </a:rPr>
              <a:t>instantly, </a:t>
            </a:r>
            <a:r>
              <a:rPr sz="2000" spc="-40" dirty="0">
                <a:solidFill>
                  <a:srgbClr val="3A3535"/>
                </a:solidFill>
                <a:latin typeface="Trebuchet MS"/>
                <a:cs typeface="Trebuchet MS"/>
              </a:rPr>
              <a:t>ensuring</a:t>
            </a:r>
            <a:r>
              <a:rPr sz="2000" spc="-229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3A3535"/>
                </a:solidFill>
                <a:latin typeface="Trebuchet MS"/>
                <a:cs typeface="Trebuchet MS"/>
              </a:rPr>
              <a:t>natural</a:t>
            </a:r>
            <a:r>
              <a:rPr sz="2000" spc="-19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30" dirty="0">
                <a:solidFill>
                  <a:srgbClr val="3A3535"/>
                </a:solidFill>
                <a:latin typeface="Trebuchet MS"/>
                <a:cs typeface="Trebuchet MS"/>
              </a:rPr>
              <a:t>and</a:t>
            </a:r>
            <a:r>
              <a:rPr sz="2000" spc="-16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30" dirty="0">
                <a:solidFill>
                  <a:srgbClr val="3A3535"/>
                </a:solidFill>
                <a:latin typeface="Trebuchet MS"/>
                <a:cs typeface="Trebuchet MS"/>
              </a:rPr>
              <a:t>responsive </a:t>
            </a:r>
            <a:r>
              <a:rPr sz="2000" spc="-55" dirty="0">
                <a:solidFill>
                  <a:srgbClr val="3A3535"/>
                </a:solidFill>
                <a:latin typeface="Trebuchet MS"/>
                <a:cs typeface="Trebuchet MS"/>
              </a:rPr>
              <a:t>volume</a:t>
            </a:r>
            <a:r>
              <a:rPr sz="2000" spc="-15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3A3535"/>
                </a:solidFill>
                <a:latin typeface="Trebuchet MS"/>
                <a:cs typeface="Trebuchet MS"/>
              </a:rPr>
              <a:t>adjustments</a:t>
            </a:r>
            <a:r>
              <a:rPr sz="2000" spc="-14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3A3535"/>
                </a:solidFill>
                <a:latin typeface="Trebuchet MS"/>
                <a:cs typeface="Trebuchet MS"/>
              </a:rPr>
              <a:t>for</a:t>
            </a:r>
            <a:r>
              <a:rPr sz="2000" spc="-19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3A3535"/>
                </a:solidFill>
                <a:latin typeface="Trebuchet MS"/>
                <a:cs typeface="Trebuchet MS"/>
              </a:rPr>
              <a:t>a </a:t>
            </a:r>
            <a:r>
              <a:rPr sz="2000" dirty="0">
                <a:solidFill>
                  <a:srgbClr val="3A3535"/>
                </a:solidFill>
                <a:latin typeface="Trebuchet MS"/>
                <a:cs typeface="Trebuchet MS"/>
              </a:rPr>
              <a:t>seamless</a:t>
            </a:r>
            <a:r>
              <a:rPr sz="2000" spc="-114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35" dirty="0">
                <a:solidFill>
                  <a:srgbClr val="3A3535"/>
                </a:solidFill>
                <a:latin typeface="Trebuchet MS"/>
                <a:cs typeface="Trebuchet MS"/>
              </a:rPr>
              <a:t>user</a:t>
            </a:r>
            <a:r>
              <a:rPr sz="2000" spc="-9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A3535"/>
                </a:solidFill>
                <a:latin typeface="Trebuchet MS"/>
                <a:cs typeface="Trebuchet MS"/>
              </a:rPr>
              <a:t>experience.</a:t>
            </a:r>
            <a:endParaRPr sz="2000" dirty="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203697" y="3512058"/>
            <a:ext cx="4232275" cy="3884929"/>
            <a:chOff x="5203697" y="3512058"/>
            <a:chExt cx="4232275" cy="3884929"/>
          </a:xfrm>
        </p:grpSpPr>
        <p:sp>
          <p:nvSpPr>
            <p:cNvPr id="13" name="object 13"/>
            <p:cNvSpPr/>
            <p:nvPr/>
          </p:nvSpPr>
          <p:spPr>
            <a:xfrm>
              <a:off x="5207507" y="3515868"/>
              <a:ext cx="4224655" cy="3877310"/>
            </a:xfrm>
            <a:custGeom>
              <a:avLst/>
              <a:gdLst/>
              <a:ahLst/>
              <a:cxnLst/>
              <a:rect l="l" t="t" r="r" b="b"/>
              <a:pathLst>
                <a:path w="4224655" h="3877309">
                  <a:moveTo>
                    <a:pt x="4133595" y="0"/>
                  </a:moveTo>
                  <a:lnTo>
                    <a:pt x="90931" y="0"/>
                  </a:lnTo>
                  <a:lnTo>
                    <a:pt x="55560" y="7153"/>
                  </a:lnTo>
                  <a:lnTo>
                    <a:pt x="26654" y="26654"/>
                  </a:lnTo>
                  <a:lnTo>
                    <a:pt x="7153" y="55560"/>
                  </a:lnTo>
                  <a:lnTo>
                    <a:pt x="0" y="90932"/>
                  </a:lnTo>
                  <a:lnTo>
                    <a:pt x="0" y="3786136"/>
                  </a:lnTo>
                  <a:lnTo>
                    <a:pt x="7153" y="3821527"/>
                  </a:lnTo>
                  <a:lnTo>
                    <a:pt x="26654" y="3850427"/>
                  </a:lnTo>
                  <a:lnTo>
                    <a:pt x="55560" y="3869911"/>
                  </a:lnTo>
                  <a:lnTo>
                    <a:pt x="90931" y="3877056"/>
                  </a:lnTo>
                  <a:lnTo>
                    <a:pt x="4133595" y="3877056"/>
                  </a:lnTo>
                  <a:lnTo>
                    <a:pt x="4168967" y="3869911"/>
                  </a:lnTo>
                  <a:lnTo>
                    <a:pt x="4197873" y="3850427"/>
                  </a:lnTo>
                  <a:lnTo>
                    <a:pt x="4217374" y="3821527"/>
                  </a:lnTo>
                  <a:lnTo>
                    <a:pt x="4224527" y="3786136"/>
                  </a:lnTo>
                  <a:lnTo>
                    <a:pt x="4224527" y="90932"/>
                  </a:lnTo>
                  <a:lnTo>
                    <a:pt x="4217374" y="55560"/>
                  </a:lnTo>
                  <a:lnTo>
                    <a:pt x="4197873" y="26654"/>
                  </a:lnTo>
                  <a:lnTo>
                    <a:pt x="4168967" y="7153"/>
                  </a:lnTo>
                  <a:lnTo>
                    <a:pt x="4133595" y="0"/>
                  </a:lnTo>
                  <a:close/>
                </a:path>
              </a:pathLst>
            </a:custGeom>
            <a:solidFill>
              <a:srgbClr val="D4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07507" y="3515868"/>
              <a:ext cx="4224655" cy="3877310"/>
            </a:xfrm>
            <a:custGeom>
              <a:avLst/>
              <a:gdLst/>
              <a:ahLst/>
              <a:cxnLst/>
              <a:rect l="l" t="t" r="r" b="b"/>
              <a:pathLst>
                <a:path w="4224655" h="3877309">
                  <a:moveTo>
                    <a:pt x="0" y="90932"/>
                  </a:moveTo>
                  <a:lnTo>
                    <a:pt x="7153" y="55560"/>
                  </a:lnTo>
                  <a:lnTo>
                    <a:pt x="26654" y="26654"/>
                  </a:lnTo>
                  <a:lnTo>
                    <a:pt x="55560" y="7153"/>
                  </a:lnTo>
                  <a:lnTo>
                    <a:pt x="90931" y="0"/>
                  </a:lnTo>
                  <a:lnTo>
                    <a:pt x="4133595" y="0"/>
                  </a:lnTo>
                  <a:lnTo>
                    <a:pt x="4168967" y="7153"/>
                  </a:lnTo>
                  <a:lnTo>
                    <a:pt x="4197873" y="26654"/>
                  </a:lnTo>
                  <a:lnTo>
                    <a:pt x="4217374" y="55560"/>
                  </a:lnTo>
                  <a:lnTo>
                    <a:pt x="4224527" y="90932"/>
                  </a:lnTo>
                  <a:lnTo>
                    <a:pt x="4224527" y="3786136"/>
                  </a:lnTo>
                  <a:lnTo>
                    <a:pt x="4217374" y="3821527"/>
                  </a:lnTo>
                  <a:lnTo>
                    <a:pt x="4197873" y="3850427"/>
                  </a:lnTo>
                  <a:lnTo>
                    <a:pt x="4168967" y="3869911"/>
                  </a:lnTo>
                  <a:lnTo>
                    <a:pt x="4133595" y="3877056"/>
                  </a:lnTo>
                  <a:lnTo>
                    <a:pt x="90931" y="3877056"/>
                  </a:lnTo>
                  <a:lnTo>
                    <a:pt x="55560" y="3869911"/>
                  </a:lnTo>
                  <a:lnTo>
                    <a:pt x="26654" y="3850427"/>
                  </a:lnTo>
                  <a:lnTo>
                    <a:pt x="7153" y="3821527"/>
                  </a:lnTo>
                  <a:lnTo>
                    <a:pt x="0" y="3786136"/>
                  </a:lnTo>
                  <a:lnTo>
                    <a:pt x="0" y="90932"/>
                  </a:lnTo>
                  <a:close/>
                </a:path>
              </a:pathLst>
            </a:custGeom>
            <a:ln w="7620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22391" y="3730752"/>
              <a:ext cx="649605" cy="649605"/>
            </a:xfrm>
            <a:custGeom>
              <a:avLst/>
              <a:gdLst/>
              <a:ahLst/>
              <a:cxnLst/>
              <a:rect l="l" t="t" r="r" b="b"/>
              <a:pathLst>
                <a:path w="649604" h="649604">
                  <a:moveTo>
                    <a:pt x="324612" y="0"/>
                  </a:moveTo>
                  <a:lnTo>
                    <a:pt x="276632" y="3518"/>
                  </a:lnTo>
                  <a:lnTo>
                    <a:pt x="230843" y="13740"/>
                  </a:lnTo>
                  <a:lnTo>
                    <a:pt x="187743" y="30162"/>
                  </a:lnTo>
                  <a:lnTo>
                    <a:pt x="147837" y="52285"/>
                  </a:lnTo>
                  <a:lnTo>
                    <a:pt x="111624" y="79606"/>
                  </a:lnTo>
                  <a:lnTo>
                    <a:pt x="79606" y="111624"/>
                  </a:lnTo>
                  <a:lnTo>
                    <a:pt x="52285" y="147837"/>
                  </a:lnTo>
                  <a:lnTo>
                    <a:pt x="30162" y="187743"/>
                  </a:lnTo>
                  <a:lnTo>
                    <a:pt x="13740" y="230843"/>
                  </a:lnTo>
                  <a:lnTo>
                    <a:pt x="3518" y="276632"/>
                  </a:lnTo>
                  <a:lnTo>
                    <a:pt x="0" y="324612"/>
                  </a:lnTo>
                  <a:lnTo>
                    <a:pt x="3518" y="372591"/>
                  </a:lnTo>
                  <a:lnTo>
                    <a:pt x="13740" y="418380"/>
                  </a:lnTo>
                  <a:lnTo>
                    <a:pt x="30162" y="461480"/>
                  </a:lnTo>
                  <a:lnTo>
                    <a:pt x="52285" y="501386"/>
                  </a:lnTo>
                  <a:lnTo>
                    <a:pt x="79606" y="537599"/>
                  </a:lnTo>
                  <a:lnTo>
                    <a:pt x="111624" y="569617"/>
                  </a:lnTo>
                  <a:lnTo>
                    <a:pt x="147837" y="596938"/>
                  </a:lnTo>
                  <a:lnTo>
                    <a:pt x="187743" y="619061"/>
                  </a:lnTo>
                  <a:lnTo>
                    <a:pt x="230843" y="635483"/>
                  </a:lnTo>
                  <a:lnTo>
                    <a:pt x="276632" y="645705"/>
                  </a:lnTo>
                  <a:lnTo>
                    <a:pt x="324612" y="649224"/>
                  </a:lnTo>
                  <a:lnTo>
                    <a:pt x="372591" y="645705"/>
                  </a:lnTo>
                  <a:lnTo>
                    <a:pt x="418380" y="635483"/>
                  </a:lnTo>
                  <a:lnTo>
                    <a:pt x="461480" y="619061"/>
                  </a:lnTo>
                  <a:lnTo>
                    <a:pt x="501386" y="596938"/>
                  </a:lnTo>
                  <a:lnTo>
                    <a:pt x="537599" y="569617"/>
                  </a:lnTo>
                  <a:lnTo>
                    <a:pt x="569617" y="537599"/>
                  </a:lnTo>
                  <a:lnTo>
                    <a:pt x="596938" y="501386"/>
                  </a:lnTo>
                  <a:lnTo>
                    <a:pt x="619061" y="461480"/>
                  </a:lnTo>
                  <a:lnTo>
                    <a:pt x="635483" y="418380"/>
                  </a:lnTo>
                  <a:lnTo>
                    <a:pt x="645705" y="372591"/>
                  </a:lnTo>
                  <a:lnTo>
                    <a:pt x="649224" y="324612"/>
                  </a:lnTo>
                  <a:lnTo>
                    <a:pt x="645705" y="276632"/>
                  </a:lnTo>
                  <a:lnTo>
                    <a:pt x="635483" y="230843"/>
                  </a:lnTo>
                  <a:lnTo>
                    <a:pt x="619061" y="187743"/>
                  </a:lnTo>
                  <a:lnTo>
                    <a:pt x="596938" y="147837"/>
                  </a:lnTo>
                  <a:lnTo>
                    <a:pt x="569617" y="111624"/>
                  </a:lnTo>
                  <a:lnTo>
                    <a:pt x="537599" y="79606"/>
                  </a:lnTo>
                  <a:lnTo>
                    <a:pt x="501386" y="52285"/>
                  </a:lnTo>
                  <a:lnTo>
                    <a:pt x="461480" y="30162"/>
                  </a:lnTo>
                  <a:lnTo>
                    <a:pt x="418380" y="13740"/>
                  </a:lnTo>
                  <a:lnTo>
                    <a:pt x="372591" y="3518"/>
                  </a:lnTo>
                  <a:lnTo>
                    <a:pt x="324612" y="0"/>
                  </a:lnTo>
                  <a:close/>
                </a:path>
              </a:pathLst>
            </a:custGeom>
            <a:solidFill>
              <a:srgbClr val="1A2C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1484" y="3922387"/>
              <a:ext cx="280317" cy="27511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416677" y="4390536"/>
            <a:ext cx="3775710" cy="1463221"/>
          </a:xfrm>
          <a:prstGeom prst="rect">
            <a:avLst/>
          </a:prstGeom>
        </p:spPr>
        <p:txBody>
          <a:bodyPr vert="horz" wrap="square" lIns="0" tIns="199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lang="en-US" sz="2200" b="1" dirty="0">
                <a:latin typeface="Trebuchet MS" panose="020B0603020202020204" pitchFamily="34" charset="0"/>
              </a:rPr>
              <a:t>Usability &amp; Convenience</a:t>
            </a:r>
            <a:br>
              <a:rPr lang="en-US" sz="2200" dirty="0">
                <a:latin typeface="Trebuchet MS" panose="020B0603020202020204" pitchFamily="34" charset="0"/>
              </a:rPr>
            </a:br>
            <a:r>
              <a:rPr lang="en-US" sz="2000" dirty="0">
                <a:latin typeface="Trebuchet MS" panose="020B0603020202020204" pitchFamily="34" charset="0"/>
              </a:rPr>
              <a:t>Provides an easy and efficient way to control system volume using simple hand gestures.</a:t>
            </a:r>
            <a:endParaRPr sz="2000" dirty="0">
              <a:latin typeface="Trebuchet MS" panose="020B0603020202020204" pitchFamily="34" charset="0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647681" y="3512058"/>
            <a:ext cx="4232275" cy="3884929"/>
            <a:chOff x="9647681" y="3512058"/>
            <a:chExt cx="4232275" cy="3884929"/>
          </a:xfrm>
        </p:grpSpPr>
        <p:sp>
          <p:nvSpPr>
            <p:cNvPr id="19" name="object 19"/>
            <p:cNvSpPr/>
            <p:nvPr/>
          </p:nvSpPr>
          <p:spPr>
            <a:xfrm>
              <a:off x="9651491" y="3515868"/>
              <a:ext cx="4224655" cy="3877310"/>
            </a:xfrm>
            <a:custGeom>
              <a:avLst/>
              <a:gdLst/>
              <a:ahLst/>
              <a:cxnLst/>
              <a:rect l="l" t="t" r="r" b="b"/>
              <a:pathLst>
                <a:path w="4224655" h="3877309">
                  <a:moveTo>
                    <a:pt x="4133596" y="0"/>
                  </a:moveTo>
                  <a:lnTo>
                    <a:pt x="90931" y="0"/>
                  </a:lnTo>
                  <a:lnTo>
                    <a:pt x="55560" y="7153"/>
                  </a:lnTo>
                  <a:lnTo>
                    <a:pt x="26654" y="26654"/>
                  </a:lnTo>
                  <a:lnTo>
                    <a:pt x="7153" y="55560"/>
                  </a:lnTo>
                  <a:lnTo>
                    <a:pt x="0" y="90932"/>
                  </a:lnTo>
                  <a:lnTo>
                    <a:pt x="0" y="3786136"/>
                  </a:lnTo>
                  <a:lnTo>
                    <a:pt x="7153" y="3821527"/>
                  </a:lnTo>
                  <a:lnTo>
                    <a:pt x="26654" y="3850427"/>
                  </a:lnTo>
                  <a:lnTo>
                    <a:pt x="55560" y="3869911"/>
                  </a:lnTo>
                  <a:lnTo>
                    <a:pt x="90931" y="3877056"/>
                  </a:lnTo>
                  <a:lnTo>
                    <a:pt x="4133596" y="3877056"/>
                  </a:lnTo>
                  <a:lnTo>
                    <a:pt x="4168967" y="3869911"/>
                  </a:lnTo>
                  <a:lnTo>
                    <a:pt x="4197873" y="3850427"/>
                  </a:lnTo>
                  <a:lnTo>
                    <a:pt x="4217374" y="3821527"/>
                  </a:lnTo>
                  <a:lnTo>
                    <a:pt x="4224527" y="3786136"/>
                  </a:lnTo>
                  <a:lnTo>
                    <a:pt x="4224527" y="90932"/>
                  </a:lnTo>
                  <a:lnTo>
                    <a:pt x="4217374" y="55560"/>
                  </a:lnTo>
                  <a:lnTo>
                    <a:pt x="4197873" y="26654"/>
                  </a:lnTo>
                  <a:lnTo>
                    <a:pt x="4168967" y="7153"/>
                  </a:lnTo>
                  <a:lnTo>
                    <a:pt x="4133596" y="0"/>
                  </a:lnTo>
                  <a:close/>
                </a:path>
              </a:pathLst>
            </a:custGeom>
            <a:solidFill>
              <a:srgbClr val="D4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651491" y="3515868"/>
              <a:ext cx="4224655" cy="3877310"/>
            </a:xfrm>
            <a:custGeom>
              <a:avLst/>
              <a:gdLst/>
              <a:ahLst/>
              <a:cxnLst/>
              <a:rect l="l" t="t" r="r" b="b"/>
              <a:pathLst>
                <a:path w="4224655" h="3877309">
                  <a:moveTo>
                    <a:pt x="0" y="90932"/>
                  </a:moveTo>
                  <a:lnTo>
                    <a:pt x="7153" y="55560"/>
                  </a:lnTo>
                  <a:lnTo>
                    <a:pt x="26654" y="26654"/>
                  </a:lnTo>
                  <a:lnTo>
                    <a:pt x="55560" y="7153"/>
                  </a:lnTo>
                  <a:lnTo>
                    <a:pt x="90931" y="0"/>
                  </a:lnTo>
                  <a:lnTo>
                    <a:pt x="4133596" y="0"/>
                  </a:lnTo>
                  <a:lnTo>
                    <a:pt x="4168967" y="7153"/>
                  </a:lnTo>
                  <a:lnTo>
                    <a:pt x="4197873" y="26654"/>
                  </a:lnTo>
                  <a:lnTo>
                    <a:pt x="4217374" y="55560"/>
                  </a:lnTo>
                  <a:lnTo>
                    <a:pt x="4224527" y="90932"/>
                  </a:lnTo>
                  <a:lnTo>
                    <a:pt x="4224527" y="3786136"/>
                  </a:lnTo>
                  <a:lnTo>
                    <a:pt x="4217374" y="3821527"/>
                  </a:lnTo>
                  <a:lnTo>
                    <a:pt x="4197873" y="3850427"/>
                  </a:lnTo>
                  <a:lnTo>
                    <a:pt x="4168967" y="3869911"/>
                  </a:lnTo>
                  <a:lnTo>
                    <a:pt x="4133596" y="3877056"/>
                  </a:lnTo>
                  <a:lnTo>
                    <a:pt x="90931" y="3877056"/>
                  </a:lnTo>
                  <a:lnTo>
                    <a:pt x="55560" y="3869911"/>
                  </a:lnTo>
                  <a:lnTo>
                    <a:pt x="26654" y="3850427"/>
                  </a:lnTo>
                  <a:lnTo>
                    <a:pt x="7153" y="3821527"/>
                  </a:lnTo>
                  <a:lnTo>
                    <a:pt x="0" y="3786136"/>
                  </a:lnTo>
                  <a:lnTo>
                    <a:pt x="0" y="90932"/>
                  </a:lnTo>
                  <a:close/>
                </a:path>
              </a:pathLst>
            </a:custGeom>
            <a:ln w="7620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866375" y="3730752"/>
              <a:ext cx="649605" cy="649605"/>
            </a:xfrm>
            <a:custGeom>
              <a:avLst/>
              <a:gdLst/>
              <a:ahLst/>
              <a:cxnLst/>
              <a:rect l="l" t="t" r="r" b="b"/>
              <a:pathLst>
                <a:path w="649604" h="649604">
                  <a:moveTo>
                    <a:pt x="324612" y="0"/>
                  </a:moveTo>
                  <a:lnTo>
                    <a:pt x="276632" y="3518"/>
                  </a:lnTo>
                  <a:lnTo>
                    <a:pt x="230843" y="13740"/>
                  </a:lnTo>
                  <a:lnTo>
                    <a:pt x="187743" y="30162"/>
                  </a:lnTo>
                  <a:lnTo>
                    <a:pt x="147837" y="52285"/>
                  </a:lnTo>
                  <a:lnTo>
                    <a:pt x="111624" y="79606"/>
                  </a:lnTo>
                  <a:lnTo>
                    <a:pt x="79606" y="111624"/>
                  </a:lnTo>
                  <a:lnTo>
                    <a:pt x="52285" y="147837"/>
                  </a:lnTo>
                  <a:lnTo>
                    <a:pt x="30162" y="187743"/>
                  </a:lnTo>
                  <a:lnTo>
                    <a:pt x="13740" y="230843"/>
                  </a:lnTo>
                  <a:lnTo>
                    <a:pt x="3518" y="276632"/>
                  </a:lnTo>
                  <a:lnTo>
                    <a:pt x="0" y="324612"/>
                  </a:lnTo>
                  <a:lnTo>
                    <a:pt x="3518" y="372591"/>
                  </a:lnTo>
                  <a:lnTo>
                    <a:pt x="13740" y="418380"/>
                  </a:lnTo>
                  <a:lnTo>
                    <a:pt x="30162" y="461480"/>
                  </a:lnTo>
                  <a:lnTo>
                    <a:pt x="52285" y="501386"/>
                  </a:lnTo>
                  <a:lnTo>
                    <a:pt x="79606" y="537599"/>
                  </a:lnTo>
                  <a:lnTo>
                    <a:pt x="111624" y="569617"/>
                  </a:lnTo>
                  <a:lnTo>
                    <a:pt x="147837" y="596938"/>
                  </a:lnTo>
                  <a:lnTo>
                    <a:pt x="187743" y="619061"/>
                  </a:lnTo>
                  <a:lnTo>
                    <a:pt x="230843" y="635483"/>
                  </a:lnTo>
                  <a:lnTo>
                    <a:pt x="276632" y="645705"/>
                  </a:lnTo>
                  <a:lnTo>
                    <a:pt x="324612" y="649224"/>
                  </a:lnTo>
                  <a:lnTo>
                    <a:pt x="372591" y="645705"/>
                  </a:lnTo>
                  <a:lnTo>
                    <a:pt x="418380" y="635483"/>
                  </a:lnTo>
                  <a:lnTo>
                    <a:pt x="461480" y="619061"/>
                  </a:lnTo>
                  <a:lnTo>
                    <a:pt x="501386" y="596938"/>
                  </a:lnTo>
                  <a:lnTo>
                    <a:pt x="537599" y="569617"/>
                  </a:lnTo>
                  <a:lnTo>
                    <a:pt x="569617" y="537599"/>
                  </a:lnTo>
                  <a:lnTo>
                    <a:pt x="596938" y="501386"/>
                  </a:lnTo>
                  <a:lnTo>
                    <a:pt x="619061" y="461480"/>
                  </a:lnTo>
                  <a:lnTo>
                    <a:pt x="635483" y="418380"/>
                  </a:lnTo>
                  <a:lnTo>
                    <a:pt x="645705" y="372591"/>
                  </a:lnTo>
                  <a:lnTo>
                    <a:pt x="649224" y="324612"/>
                  </a:lnTo>
                  <a:lnTo>
                    <a:pt x="645705" y="276632"/>
                  </a:lnTo>
                  <a:lnTo>
                    <a:pt x="635483" y="230843"/>
                  </a:lnTo>
                  <a:lnTo>
                    <a:pt x="619061" y="187743"/>
                  </a:lnTo>
                  <a:lnTo>
                    <a:pt x="596938" y="147837"/>
                  </a:lnTo>
                  <a:lnTo>
                    <a:pt x="569617" y="111624"/>
                  </a:lnTo>
                  <a:lnTo>
                    <a:pt x="537599" y="79606"/>
                  </a:lnTo>
                  <a:lnTo>
                    <a:pt x="501386" y="52285"/>
                  </a:lnTo>
                  <a:lnTo>
                    <a:pt x="461480" y="30162"/>
                  </a:lnTo>
                  <a:lnTo>
                    <a:pt x="418380" y="13740"/>
                  </a:lnTo>
                  <a:lnTo>
                    <a:pt x="372591" y="3518"/>
                  </a:lnTo>
                  <a:lnTo>
                    <a:pt x="324612" y="0"/>
                  </a:lnTo>
                  <a:close/>
                </a:path>
              </a:pathLst>
            </a:custGeom>
            <a:solidFill>
              <a:srgbClr val="1A2C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62775" y="3919597"/>
              <a:ext cx="265169" cy="280552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9863583" y="4194309"/>
            <a:ext cx="3788410" cy="2725105"/>
          </a:xfrm>
          <a:prstGeom prst="rect">
            <a:avLst/>
          </a:prstGeom>
        </p:spPr>
        <p:txBody>
          <a:bodyPr vert="horz" wrap="square" lIns="0" tIns="199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lang="en-US" sz="2200" b="1" dirty="0">
                <a:latin typeface="Trebuchet MS" panose="020B0603020202020204" pitchFamily="34" charset="0"/>
              </a:rPr>
              <a:t>Gesture-Based Volume Control</a:t>
            </a:r>
            <a:br>
              <a:rPr lang="en-US" sz="2200" dirty="0">
                <a:latin typeface="Trebuchet MS" panose="020B0603020202020204" pitchFamily="34" charset="0"/>
              </a:rPr>
            </a:br>
            <a:r>
              <a:rPr lang="en-US" sz="2000" dirty="0">
                <a:latin typeface="Trebuchet MS" panose="020B0603020202020204" pitchFamily="34" charset="0"/>
              </a:rPr>
              <a:t>Demonstrates an intuitive hand-gesture–based approach for controlling system volume in real time using computer vision, eliminating the need for physical buttons or peripherals.</a:t>
            </a:r>
            <a:endParaRPr sz="2000" dirty="0">
              <a:latin typeface="Trebuchet MS" panose="020B0603020202020204" pitchFamily="34" charset="0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829031" y="7754111"/>
            <a:ext cx="1801495" cy="475615"/>
          </a:xfrm>
          <a:custGeom>
            <a:avLst/>
            <a:gdLst/>
            <a:ahLst/>
            <a:cxnLst/>
            <a:rect l="l" t="t" r="r" b="b"/>
            <a:pathLst>
              <a:path w="1801494" h="475615">
                <a:moveTo>
                  <a:pt x="1801368" y="0"/>
                </a:moveTo>
                <a:lnTo>
                  <a:pt x="0" y="0"/>
                </a:lnTo>
                <a:lnTo>
                  <a:pt x="0" y="475488"/>
                </a:lnTo>
                <a:lnTo>
                  <a:pt x="1801368" y="47548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800" dirty="0"/>
              <a:t>How</a:t>
            </a:r>
            <a:r>
              <a:rPr sz="3800" spc="-355" dirty="0"/>
              <a:t> </a:t>
            </a:r>
            <a:r>
              <a:rPr sz="3800" spc="-45" dirty="0"/>
              <a:t>Gesture</a:t>
            </a:r>
            <a:r>
              <a:rPr sz="3800" spc="-290" dirty="0"/>
              <a:t> </a:t>
            </a:r>
            <a:r>
              <a:rPr sz="3800" spc="-40" dirty="0"/>
              <a:t>Control</a:t>
            </a:r>
            <a:r>
              <a:rPr sz="3800" spc="-310" dirty="0"/>
              <a:t> </a:t>
            </a:r>
            <a:r>
              <a:rPr sz="3800" spc="-10" dirty="0"/>
              <a:t>Works</a:t>
            </a:r>
            <a:endParaRPr sz="3800"/>
          </a:p>
        </p:txBody>
      </p:sp>
      <p:sp>
        <p:nvSpPr>
          <p:cNvPr id="4" name="object 4"/>
          <p:cNvSpPr txBox="1"/>
          <p:nvPr/>
        </p:nvSpPr>
        <p:spPr>
          <a:xfrm>
            <a:off x="746251" y="1595754"/>
            <a:ext cx="1247711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25" dirty="0">
                <a:solidFill>
                  <a:srgbClr val="3A3535"/>
                </a:solidFill>
                <a:latin typeface="Verdana"/>
                <a:cs typeface="Verdana"/>
              </a:rPr>
              <a:t>This</a:t>
            </a:r>
            <a:r>
              <a:rPr sz="1450" spc="-114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spc="-30" dirty="0">
                <a:solidFill>
                  <a:srgbClr val="3A3535"/>
                </a:solidFill>
                <a:latin typeface="Verdana"/>
                <a:cs typeface="Verdana"/>
              </a:rPr>
              <a:t>system</a:t>
            </a:r>
            <a:r>
              <a:rPr sz="1450" spc="-8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spc="-25" dirty="0">
                <a:solidFill>
                  <a:srgbClr val="3A3535"/>
                </a:solidFill>
                <a:latin typeface="Verdana"/>
                <a:cs typeface="Verdana"/>
              </a:rPr>
              <a:t>transforms</a:t>
            </a:r>
            <a:r>
              <a:rPr sz="1450" spc="-114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spc="-45" dirty="0">
                <a:solidFill>
                  <a:srgbClr val="3A3535"/>
                </a:solidFill>
                <a:latin typeface="Verdana"/>
                <a:cs typeface="Verdana"/>
              </a:rPr>
              <a:t>natural</a:t>
            </a:r>
            <a:r>
              <a:rPr sz="1450" spc="-8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spc="-25" dirty="0">
                <a:solidFill>
                  <a:srgbClr val="3A3535"/>
                </a:solidFill>
                <a:latin typeface="Verdana"/>
                <a:cs typeface="Verdana"/>
              </a:rPr>
              <a:t>hand</a:t>
            </a:r>
            <a:r>
              <a:rPr sz="1450" spc="-4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spc="-25" dirty="0">
                <a:solidFill>
                  <a:srgbClr val="3A3535"/>
                </a:solidFill>
                <a:latin typeface="Verdana"/>
                <a:cs typeface="Verdana"/>
              </a:rPr>
              <a:t>movements</a:t>
            </a:r>
            <a:r>
              <a:rPr sz="1450" spc="-114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dirty="0">
                <a:solidFill>
                  <a:srgbClr val="3A3535"/>
                </a:solidFill>
                <a:latin typeface="Verdana"/>
                <a:cs typeface="Verdana"/>
              </a:rPr>
              <a:t>into</a:t>
            </a:r>
            <a:r>
              <a:rPr sz="1450" spc="-9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dirty="0">
                <a:solidFill>
                  <a:srgbClr val="3A3535"/>
                </a:solidFill>
                <a:latin typeface="Verdana"/>
                <a:cs typeface="Verdana"/>
              </a:rPr>
              <a:t>precise</a:t>
            </a:r>
            <a:r>
              <a:rPr sz="1450" spc="-9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spc="-35" dirty="0">
                <a:solidFill>
                  <a:srgbClr val="3A3535"/>
                </a:solidFill>
                <a:latin typeface="Verdana"/>
                <a:cs typeface="Verdana"/>
              </a:rPr>
              <a:t>volume</a:t>
            </a:r>
            <a:r>
              <a:rPr sz="1450" spc="-8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spc="-35" dirty="0">
                <a:solidFill>
                  <a:srgbClr val="3A3535"/>
                </a:solidFill>
                <a:latin typeface="Verdana"/>
                <a:cs typeface="Verdana"/>
              </a:rPr>
              <a:t>adjustments,</a:t>
            </a:r>
            <a:r>
              <a:rPr sz="1450" spc="-9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dirty="0">
                <a:solidFill>
                  <a:srgbClr val="3A3535"/>
                </a:solidFill>
                <a:latin typeface="Verdana"/>
                <a:cs typeface="Verdana"/>
              </a:rPr>
              <a:t>creating</a:t>
            </a:r>
            <a:r>
              <a:rPr sz="1450" spc="-3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spc="-60" dirty="0">
                <a:solidFill>
                  <a:srgbClr val="3A3535"/>
                </a:solidFill>
                <a:latin typeface="Verdana"/>
                <a:cs typeface="Verdana"/>
              </a:rPr>
              <a:t>an</a:t>
            </a:r>
            <a:r>
              <a:rPr sz="1450" spc="-13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3A3535"/>
                </a:solidFill>
                <a:latin typeface="Verdana"/>
                <a:cs typeface="Verdana"/>
              </a:rPr>
              <a:t>intuitive</a:t>
            </a:r>
            <a:r>
              <a:rPr sz="1450" spc="-8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3A3535"/>
                </a:solidFill>
                <a:latin typeface="Verdana"/>
                <a:cs typeface="Verdana"/>
              </a:rPr>
              <a:t>and</a:t>
            </a:r>
            <a:r>
              <a:rPr sz="1450" spc="-13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dirty="0">
                <a:solidFill>
                  <a:srgbClr val="3A3535"/>
                </a:solidFill>
                <a:latin typeface="Verdana"/>
                <a:cs typeface="Verdana"/>
              </a:rPr>
              <a:t>touchless</a:t>
            </a:r>
            <a:r>
              <a:rPr sz="1450" spc="-11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dirty="0">
                <a:solidFill>
                  <a:srgbClr val="3A3535"/>
                </a:solidFill>
                <a:latin typeface="Verdana"/>
                <a:cs typeface="Verdana"/>
              </a:rPr>
              <a:t>control</a:t>
            </a:r>
            <a:r>
              <a:rPr sz="1450" spc="-9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3A3535"/>
                </a:solidFill>
                <a:latin typeface="Verdana"/>
                <a:cs typeface="Verdana"/>
              </a:rPr>
              <a:t>experience.</a:t>
            </a:r>
            <a:endParaRPr sz="145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3279" y="2075688"/>
            <a:ext cx="1298448" cy="106984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981322" y="2626423"/>
            <a:ext cx="116205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-434" dirty="0">
                <a:solidFill>
                  <a:srgbClr val="3A3535"/>
                </a:solidFill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60416" y="2236152"/>
            <a:ext cx="5321935" cy="704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dirty="0">
                <a:solidFill>
                  <a:srgbClr val="3A3535"/>
                </a:solidFill>
                <a:latin typeface="Trebuchet MS"/>
                <a:cs typeface="Trebuchet MS"/>
              </a:rPr>
              <a:t>Camera</a:t>
            </a:r>
            <a:r>
              <a:rPr sz="1850" b="1" spc="-12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50" b="1" spc="-10" dirty="0">
                <a:solidFill>
                  <a:srgbClr val="3A3535"/>
                </a:solidFill>
                <a:latin typeface="Trebuchet MS"/>
                <a:cs typeface="Trebuchet MS"/>
              </a:rPr>
              <a:t>Capture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sz="1450" dirty="0">
                <a:solidFill>
                  <a:srgbClr val="3A3535"/>
                </a:solidFill>
                <a:latin typeface="Verdana"/>
                <a:cs typeface="Verdana"/>
              </a:rPr>
              <a:t>Webcam</a:t>
            </a:r>
            <a:r>
              <a:rPr sz="1450" spc="-10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dirty="0">
                <a:solidFill>
                  <a:srgbClr val="3A3535"/>
                </a:solidFill>
                <a:latin typeface="Verdana"/>
                <a:cs typeface="Verdana"/>
              </a:rPr>
              <a:t>continuously</a:t>
            </a:r>
            <a:r>
              <a:rPr sz="1450" spc="-11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dirty="0">
                <a:solidFill>
                  <a:srgbClr val="3A3535"/>
                </a:solidFill>
                <a:latin typeface="Verdana"/>
                <a:cs typeface="Verdana"/>
              </a:rPr>
              <a:t>monitors</a:t>
            </a:r>
            <a:r>
              <a:rPr sz="1450" spc="-4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spc="-25" dirty="0">
                <a:solidFill>
                  <a:srgbClr val="3A3535"/>
                </a:solidFill>
                <a:latin typeface="Verdana"/>
                <a:cs typeface="Verdana"/>
              </a:rPr>
              <a:t>hand</a:t>
            </a:r>
            <a:r>
              <a:rPr sz="1450" spc="-6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dirty="0">
                <a:solidFill>
                  <a:srgbClr val="3A3535"/>
                </a:solidFill>
                <a:latin typeface="Verdana"/>
                <a:cs typeface="Verdana"/>
              </a:rPr>
              <a:t>position</a:t>
            </a:r>
            <a:r>
              <a:rPr sz="1450" spc="-14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dirty="0">
                <a:solidFill>
                  <a:srgbClr val="3A3535"/>
                </a:solidFill>
                <a:latin typeface="Verdana"/>
                <a:cs typeface="Verdana"/>
              </a:rPr>
              <a:t>in</a:t>
            </a:r>
            <a:r>
              <a:rPr sz="1450" spc="-6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spc="-20" dirty="0">
                <a:solidFill>
                  <a:srgbClr val="3A3535"/>
                </a:solidFill>
                <a:latin typeface="Verdana"/>
                <a:cs typeface="Verdana"/>
              </a:rPr>
              <a:t>real-time</a:t>
            </a:r>
            <a:endParaRPr sz="14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734055" y="3163823"/>
            <a:ext cx="11092180" cy="1106805"/>
            <a:chOff x="2734055" y="3163823"/>
            <a:chExt cx="11092180" cy="1106805"/>
          </a:xfrm>
        </p:grpSpPr>
        <p:sp>
          <p:nvSpPr>
            <p:cNvPr id="9" name="object 9"/>
            <p:cNvSpPr/>
            <p:nvPr/>
          </p:nvSpPr>
          <p:spPr>
            <a:xfrm>
              <a:off x="4727448" y="3163823"/>
              <a:ext cx="9098280" cy="9525"/>
            </a:xfrm>
            <a:custGeom>
              <a:avLst/>
              <a:gdLst/>
              <a:ahLst/>
              <a:cxnLst/>
              <a:rect l="l" t="t" r="r" b="b"/>
              <a:pathLst>
                <a:path w="9098280" h="9525">
                  <a:moveTo>
                    <a:pt x="9096248" y="0"/>
                  </a:moveTo>
                  <a:lnTo>
                    <a:pt x="2031" y="0"/>
                  </a:lnTo>
                  <a:lnTo>
                    <a:pt x="0" y="2031"/>
                  </a:lnTo>
                  <a:lnTo>
                    <a:pt x="0" y="4572"/>
                  </a:lnTo>
                  <a:lnTo>
                    <a:pt x="0" y="7112"/>
                  </a:lnTo>
                  <a:lnTo>
                    <a:pt x="2031" y="9143"/>
                  </a:lnTo>
                  <a:lnTo>
                    <a:pt x="9096248" y="9143"/>
                  </a:lnTo>
                  <a:lnTo>
                    <a:pt x="9098280" y="7112"/>
                  </a:lnTo>
                  <a:lnTo>
                    <a:pt x="9098280" y="2031"/>
                  </a:lnTo>
                  <a:lnTo>
                    <a:pt x="9096248" y="0"/>
                  </a:lnTo>
                  <a:close/>
                </a:path>
              </a:pathLst>
            </a:custGeom>
            <a:solidFill>
              <a:srgbClr val="BAC2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34055" y="3191255"/>
              <a:ext cx="2596896" cy="107899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955160" y="3615880"/>
            <a:ext cx="169545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-50" dirty="0">
                <a:solidFill>
                  <a:srgbClr val="3A3535"/>
                </a:solidFill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10021" y="3359594"/>
            <a:ext cx="5217795" cy="704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dirty="0">
                <a:solidFill>
                  <a:srgbClr val="3A3535"/>
                </a:solidFill>
                <a:latin typeface="Trebuchet MS"/>
                <a:cs typeface="Trebuchet MS"/>
              </a:rPr>
              <a:t>Hand</a:t>
            </a:r>
            <a:r>
              <a:rPr sz="1850" b="1" spc="-5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50" b="1" spc="-10" dirty="0">
                <a:solidFill>
                  <a:srgbClr val="3A3535"/>
                </a:solidFill>
                <a:latin typeface="Trebuchet MS"/>
                <a:cs typeface="Trebuchet MS"/>
              </a:rPr>
              <a:t>Detection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sz="1450" dirty="0">
                <a:solidFill>
                  <a:srgbClr val="3A3535"/>
                </a:solidFill>
                <a:latin typeface="Verdana"/>
                <a:cs typeface="Verdana"/>
              </a:rPr>
              <a:t>MediaPipe</a:t>
            </a:r>
            <a:r>
              <a:rPr sz="1450" spc="-8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dirty="0">
                <a:solidFill>
                  <a:srgbClr val="3A3535"/>
                </a:solidFill>
                <a:latin typeface="Verdana"/>
                <a:cs typeface="Verdana"/>
              </a:rPr>
              <a:t>identifies</a:t>
            </a:r>
            <a:r>
              <a:rPr sz="1450" spc="-10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spc="-20" dirty="0">
                <a:solidFill>
                  <a:srgbClr val="3A3535"/>
                </a:solidFill>
                <a:latin typeface="Verdana"/>
                <a:cs typeface="Verdana"/>
              </a:rPr>
              <a:t>hand</a:t>
            </a:r>
            <a:r>
              <a:rPr sz="1450" spc="-3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spc="-50" dirty="0">
                <a:solidFill>
                  <a:srgbClr val="3A3535"/>
                </a:solidFill>
                <a:latin typeface="Verdana"/>
                <a:cs typeface="Verdana"/>
              </a:rPr>
              <a:t>landmarks</a:t>
            </a:r>
            <a:r>
              <a:rPr sz="1450" spc="-10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3A3535"/>
                </a:solidFill>
                <a:latin typeface="Verdana"/>
                <a:cs typeface="Verdana"/>
              </a:rPr>
              <a:t>and</a:t>
            </a:r>
            <a:r>
              <a:rPr sz="1450" spc="-12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dirty="0">
                <a:solidFill>
                  <a:srgbClr val="3A3535"/>
                </a:solidFill>
                <a:latin typeface="Verdana"/>
                <a:cs typeface="Verdana"/>
              </a:rPr>
              <a:t>finger</a:t>
            </a:r>
            <a:r>
              <a:rPr sz="1450" spc="-14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3A3535"/>
                </a:solidFill>
                <a:latin typeface="Verdana"/>
                <a:cs typeface="Verdana"/>
              </a:rPr>
              <a:t>positions</a:t>
            </a:r>
            <a:endParaRPr sz="145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084832" y="4279391"/>
            <a:ext cx="11741150" cy="1115695"/>
            <a:chOff x="2084832" y="4279391"/>
            <a:chExt cx="11741150" cy="1115695"/>
          </a:xfrm>
        </p:grpSpPr>
        <p:sp>
          <p:nvSpPr>
            <p:cNvPr id="14" name="object 14"/>
            <p:cNvSpPr/>
            <p:nvPr/>
          </p:nvSpPr>
          <p:spPr>
            <a:xfrm>
              <a:off x="5376672" y="4279391"/>
              <a:ext cx="8449310" cy="18415"/>
            </a:xfrm>
            <a:custGeom>
              <a:avLst/>
              <a:gdLst/>
              <a:ahLst/>
              <a:cxnLst/>
              <a:rect l="l" t="t" r="r" b="b"/>
              <a:pathLst>
                <a:path w="8449310" h="18414">
                  <a:moveTo>
                    <a:pt x="8444991" y="0"/>
                  </a:moveTo>
                  <a:lnTo>
                    <a:pt x="4063" y="0"/>
                  </a:lnTo>
                  <a:lnTo>
                    <a:pt x="0" y="4063"/>
                  </a:lnTo>
                  <a:lnTo>
                    <a:pt x="0" y="9144"/>
                  </a:lnTo>
                  <a:lnTo>
                    <a:pt x="0" y="14224"/>
                  </a:lnTo>
                  <a:lnTo>
                    <a:pt x="4063" y="18287"/>
                  </a:lnTo>
                  <a:lnTo>
                    <a:pt x="8444991" y="18287"/>
                  </a:lnTo>
                  <a:lnTo>
                    <a:pt x="8449056" y="14224"/>
                  </a:lnTo>
                  <a:lnTo>
                    <a:pt x="8449056" y="4063"/>
                  </a:lnTo>
                  <a:lnTo>
                    <a:pt x="8444991" y="0"/>
                  </a:lnTo>
                  <a:close/>
                </a:path>
              </a:pathLst>
            </a:custGeom>
            <a:solidFill>
              <a:srgbClr val="BAC2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84832" y="4315967"/>
              <a:ext cx="3895344" cy="107899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953255" y="4739322"/>
            <a:ext cx="172720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15" dirty="0">
                <a:solidFill>
                  <a:srgbClr val="3A3535"/>
                </a:solidFill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59500" y="4482655"/>
            <a:ext cx="4473575" cy="704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dirty="0">
                <a:solidFill>
                  <a:srgbClr val="3A3535"/>
                </a:solidFill>
                <a:latin typeface="Trebuchet MS"/>
                <a:cs typeface="Trebuchet MS"/>
              </a:rPr>
              <a:t>Distance</a:t>
            </a:r>
            <a:r>
              <a:rPr sz="1850" b="1" spc="-7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50" b="1" spc="-10" dirty="0">
                <a:solidFill>
                  <a:srgbClr val="3A3535"/>
                </a:solidFill>
                <a:latin typeface="Trebuchet MS"/>
                <a:cs typeface="Trebuchet MS"/>
              </a:rPr>
              <a:t>Calculation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sz="1450" spc="-25" dirty="0">
                <a:solidFill>
                  <a:srgbClr val="3A3535"/>
                </a:solidFill>
                <a:latin typeface="Verdana"/>
                <a:cs typeface="Verdana"/>
              </a:rPr>
              <a:t>Measures</a:t>
            </a:r>
            <a:r>
              <a:rPr sz="1450" spc="-13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dirty="0">
                <a:solidFill>
                  <a:srgbClr val="3A3535"/>
                </a:solidFill>
                <a:latin typeface="Verdana"/>
                <a:cs typeface="Verdana"/>
              </a:rPr>
              <a:t>space</a:t>
            </a:r>
            <a:r>
              <a:rPr sz="1450" spc="-11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dirty="0">
                <a:solidFill>
                  <a:srgbClr val="3A3535"/>
                </a:solidFill>
                <a:latin typeface="Verdana"/>
                <a:cs typeface="Verdana"/>
              </a:rPr>
              <a:t>between</a:t>
            </a:r>
            <a:r>
              <a:rPr sz="1450" spc="-14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3A3535"/>
                </a:solidFill>
                <a:latin typeface="Verdana"/>
                <a:cs typeface="Verdana"/>
              </a:rPr>
              <a:t>thumb</a:t>
            </a:r>
            <a:r>
              <a:rPr sz="1450" spc="-6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3A3535"/>
                </a:solidFill>
                <a:latin typeface="Verdana"/>
                <a:cs typeface="Verdana"/>
              </a:rPr>
              <a:t>and</a:t>
            </a:r>
            <a:r>
              <a:rPr sz="1450" spc="-14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3A3535"/>
                </a:solidFill>
                <a:latin typeface="Verdana"/>
                <a:cs typeface="Verdana"/>
              </a:rPr>
              <a:t>index</a:t>
            </a:r>
            <a:r>
              <a:rPr sz="1450" spc="-5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3A3535"/>
                </a:solidFill>
                <a:latin typeface="Verdana"/>
                <a:cs typeface="Verdana"/>
              </a:rPr>
              <a:t>finger</a:t>
            </a:r>
            <a:endParaRPr sz="145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44752" y="5404103"/>
            <a:ext cx="12381230" cy="1106805"/>
            <a:chOff x="1444752" y="5404103"/>
            <a:chExt cx="12381230" cy="1106805"/>
          </a:xfrm>
        </p:grpSpPr>
        <p:sp>
          <p:nvSpPr>
            <p:cNvPr id="19" name="object 19"/>
            <p:cNvSpPr/>
            <p:nvPr/>
          </p:nvSpPr>
          <p:spPr>
            <a:xfrm>
              <a:off x="6025896" y="5404103"/>
              <a:ext cx="7800340" cy="9525"/>
            </a:xfrm>
            <a:custGeom>
              <a:avLst/>
              <a:gdLst/>
              <a:ahLst/>
              <a:cxnLst/>
              <a:rect l="l" t="t" r="r" b="b"/>
              <a:pathLst>
                <a:path w="7800340" h="9525">
                  <a:moveTo>
                    <a:pt x="7797800" y="0"/>
                  </a:moveTo>
                  <a:lnTo>
                    <a:pt x="2031" y="0"/>
                  </a:lnTo>
                  <a:lnTo>
                    <a:pt x="0" y="2032"/>
                  </a:lnTo>
                  <a:lnTo>
                    <a:pt x="0" y="4572"/>
                  </a:lnTo>
                  <a:lnTo>
                    <a:pt x="0" y="7112"/>
                  </a:lnTo>
                  <a:lnTo>
                    <a:pt x="2031" y="9144"/>
                  </a:lnTo>
                  <a:lnTo>
                    <a:pt x="7797800" y="9144"/>
                  </a:lnTo>
                  <a:lnTo>
                    <a:pt x="7799832" y="7112"/>
                  </a:lnTo>
                  <a:lnTo>
                    <a:pt x="7799832" y="2032"/>
                  </a:lnTo>
                  <a:lnTo>
                    <a:pt x="7797800" y="0"/>
                  </a:lnTo>
                  <a:close/>
                </a:path>
              </a:pathLst>
            </a:custGeom>
            <a:solidFill>
              <a:srgbClr val="BAC2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44752" y="5440679"/>
              <a:ext cx="5184648" cy="1069848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3953255" y="5862510"/>
            <a:ext cx="173355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15" dirty="0">
                <a:solidFill>
                  <a:srgbClr val="3A3535"/>
                </a:solidFill>
                <a:latin typeface="Tahoma"/>
                <a:cs typeface="Tahoma"/>
              </a:rPr>
              <a:t>4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08978" y="5606097"/>
            <a:ext cx="4493260" cy="704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spc="-30" dirty="0">
                <a:solidFill>
                  <a:srgbClr val="3A3535"/>
                </a:solidFill>
                <a:latin typeface="Trebuchet MS"/>
                <a:cs typeface="Trebuchet MS"/>
              </a:rPr>
              <a:t>Volume</a:t>
            </a:r>
            <a:r>
              <a:rPr sz="1850" b="1" spc="-16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50" b="1" spc="-10" dirty="0">
                <a:solidFill>
                  <a:srgbClr val="3A3535"/>
                </a:solidFill>
                <a:latin typeface="Trebuchet MS"/>
                <a:cs typeface="Trebuchet MS"/>
              </a:rPr>
              <a:t>Mapping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sz="1450" dirty="0">
                <a:solidFill>
                  <a:srgbClr val="3A3535"/>
                </a:solidFill>
                <a:latin typeface="Verdana"/>
                <a:cs typeface="Verdana"/>
              </a:rPr>
              <a:t>Converts</a:t>
            </a:r>
            <a:r>
              <a:rPr sz="1450" spc="-11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3A3535"/>
                </a:solidFill>
                <a:latin typeface="Verdana"/>
                <a:cs typeface="Verdana"/>
              </a:rPr>
              <a:t>finger</a:t>
            </a:r>
            <a:r>
              <a:rPr sz="1450" spc="-7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dirty="0">
                <a:solidFill>
                  <a:srgbClr val="3A3535"/>
                </a:solidFill>
                <a:latin typeface="Verdana"/>
                <a:cs typeface="Verdana"/>
              </a:rPr>
              <a:t>distance</a:t>
            </a:r>
            <a:r>
              <a:rPr sz="1450" spc="-8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dirty="0">
                <a:solidFill>
                  <a:srgbClr val="3A3535"/>
                </a:solidFill>
                <a:latin typeface="Verdana"/>
                <a:cs typeface="Verdana"/>
              </a:rPr>
              <a:t>into</a:t>
            </a:r>
            <a:r>
              <a:rPr sz="1450" spc="-9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spc="-35" dirty="0">
                <a:solidFill>
                  <a:srgbClr val="3A3535"/>
                </a:solidFill>
                <a:latin typeface="Verdana"/>
                <a:cs typeface="Verdana"/>
              </a:rPr>
              <a:t>volume</a:t>
            </a:r>
            <a:r>
              <a:rPr sz="1450" spc="-8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3A3535"/>
                </a:solidFill>
                <a:latin typeface="Verdana"/>
                <a:cs typeface="Verdana"/>
              </a:rPr>
              <a:t>percentage</a:t>
            </a:r>
            <a:endParaRPr sz="145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95527" y="6528816"/>
            <a:ext cx="13030200" cy="1106805"/>
            <a:chOff x="795527" y="6528816"/>
            <a:chExt cx="13030200" cy="1106805"/>
          </a:xfrm>
        </p:grpSpPr>
        <p:sp>
          <p:nvSpPr>
            <p:cNvPr id="24" name="object 24"/>
            <p:cNvSpPr/>
            <p:nvPr/>
          </p:nvSpPr>
          <p:spPr>
            <a:xfrm>
              <a:off x="6675119" y="6528816"/>
              <a:ext cx="7150734" cy="9525"/>
            </a:xfrm>
            <a:custGeom>
              <a:avLst/>
              <a:gdLst/>
              <a:ahLst/>
              <a:cxnLst/>
              <a:rect l="l" t="t" r="r" b="b"/>
              <a:pathLst>
                <a:path w="7150734" h="9525">
                  <a:moveTo>
                    <a:pt x="7148576" y="0"/>
                  </a:moveTo>
                  <a:lnTo>
                    <a:pt x="2031" y="0"/>
                  </a:lnTo>
                  <a:lnTo>
                    <a:pt x="0" y="2031"/>
                  </a:lnTo>
                  <a:lnTo>
                    <a:pt x="0" y="4571"/>
                  </a:lnTo>
                  <a:lnTo>
                    <a:pt x="0" y="7111"/>
                  </a:lnTo>
                  <a:lnTo>
                    <a:pt x="2031" y="9143"/>
                  </a:lnTo>
                  <a:lnTo>
                    <a:pt x="7148576" y="9143"/>
                  </a:lnTo>
                  <a:lnTo>
                    <a:pt x="7150608" y="7111"/>
                  </a:lnTo>
                  <a:lnTo>
                    <a:pt x="7150608" y="2031"/>
                  </a:lnTo>
                  <a:lnTo>
                    <a:pt x="7148576" y="0"/>
                  </a:lnTo>
                  <a:close/>
                </a:path>
              </a:pathLst>
            </a:custGeom>
            <a:solidFill>
              <a:srgbClr val="BAC2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5527" y="6556248"/>
              <a:ext cx="6483096" cy="1078992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3949446" y="6986244"/>
            <a:ext cx="181610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80" dirty="0">
                <a:solidFill>
                  <a:srgbClr val="3A3535"/>
                </a:solidFill>
                <a:latin typeface="Tahoma"/>
                <a:cs typeface="Tahoma"/>
              </a:rPr>
              <a:t>5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58582" y="6729259"/>
            <a:ext cx="4148454" cy="704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dirty="0">
                <a:solidFill>
                  <a:srgbClr val="3A3535"/>
                </a:solidFill>
                <a:latin typeface="Trebuchet MS"/>
                <a:cs typeface="Trebuchet MS"/>
              </a:rPr>
              <a:t>System</a:t>
            </a:r>
            <a:r>
              <a:rPr sz="1850" b="1" spc="-13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50" b="1" spc="-10" dirty="0">
                <a:solidFill>
                  <a:srgbClr val="3A3535"/>
                </a:solidFill>
                <a:latin typeface="Trebuchet MS"/>
                <a:cs typeface="Trebuchet MS"/>
              </a:rPr>
              <a:t>Control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sz="1450" dirty="0">
                <a:solidFill>
                  <a:srgbClr val="3A3535"/>
                </a:solidFill>
                <a:latin typeface="Verdana"/>
                <a:cs typeface="Verdana"/>
              </a:rPr>
              <a:t>Adjusts</a:t>
            </a:r>
            <a:r>
              <a:rPr sz="1450" spc="-14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dirty="0">
                <a:solidFill>
                  <a:srgbClr val="3A3535"/>
                </a:solidFill>
                <a:latin typeface="Verdana"/>
                <a:cs typeface="Verdana"/>
              </a:rPr>
              <a:t>operating</a:t>
            </a:r>
            <a:r>
              <a:rPr sz="1450" spc="-13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spc="-30" dirty="0">
                <a:solidFill>
                  <a:srgbClr val="3A3535"/>
                </a:solidFill>
                <a:latin typeface="Verdana"/>
                <a:cs typeface="Verdana"/>
              </a:rPr>
              <a:t>system</a:t>
            </a:r>
            <a:r>
              <a:rPr sz="1450" spc="-10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spc="-35" dirty="0">
                <a:solidFill>
                  <a:srgbClr val="3A3535"/>
                </a:solidFill>
                <a:latin typeface="Verdana"/>
                <a:cs typeface="Verdana"/>
              </a:rPr>
              <a:t>volume</a:t>
            </a:r>
            <a:r>
              <a:rPr sz="1450" spc="-11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dirty="0">
                <a:solidFill>
                  <a:srgbClr val="3A3535"/>
                </a:solidFill>
                <a:latin typeface="Verdana"/>
                <a:cs typeface="Verdana"/>
              </a:rPr>
              <a:t>in</a:t>
            </a:r>
            <a:r>
              <a:rPr sz="1450" spc="-15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450" spc="-20" dirty="0">
                <a:solidFill>
                  <a:srgbClr val="3A3535"/>
                </a:solidFill>
                <a:latin typeface="Verdana"/>
                <a:cs typeface="Verdana"/>
              </a:rPr>
              <a:t>real-time</a:t>
            </a:r>
            <a:endParaRPr sz="14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8951" y="1545336"/>
            <a:ext cx="1463040" cy="411480"/>
            <a:chOff x="758951" y="1545336"/>
            <a:chExt cx="1463040" cy="411480"/>
          </a:xfrm>
        </p:grpSpPr>
        <p:sp>
          <p:nvSpPr>
            <p:cNvPr id="3" name="object 3"/>
            <p:cNvSpPr/>
            <p:nvPr/>
          </p:nvSpPr>
          <p:spPr>
            <a:xfrm>
              <a:off x="758951" y="1545336"/>
              <a:ext cx="1463040" cy="411480"/>
            </a:xfrm>
            <a:custGeom>
              <a:avLst/>
              <a:gdLst/>
              <a:ahLst/>
              <a:cxnLst/>
              <a:rect l="l" t="t" r="r" b="b"/>
              <a:pathLst>
                <a:path w="1463039" h="411480">
                  <a:moveTo>
                    <a:pt x="1389507" y="0"/>
                  </a:moveTo>
                  <a:lnTo>
                    <a:pt x="73583" y="0"/>
                  </a:lnTo>
                  <a:lnTo>
                    <a:pt x="44941" y="5774"/>
                  </a:lnTo>
                  <a:lnTo>
                    <a:pt x="21551" y="21526"/>
                  </a:lnTo>
                  <a:lnTo>
                    <a:pt x="5782" y="44898"/>
                  </a:lnTo>
                  <a:lnTo>
                    <a:pt x="0" y="73533"/>
                  </a:lnTo>
                  <a:lnTo>
                    <a:pt x="0" y="337947"/>
                  </a:lnTo>
                  <a:lnTo>
                    <a:pt x="5782" y="366581"/>
                  </a:lnTo>
                  <a:lnTo>
                    <a:pt x="21551" y="389953"/>
                  </a:lnTo>
                  <a:lnTo>
                    <a:pt x="44941" y="405705"/>
                  </a:lnTo>
                  <a:lnTo>
                    <a:pt x="73583" y="411480"/>
                  </a:lnTo>
                  <a:lnTo>
                    <a:pt x="1389507" y="411480"/>
                  </a:lnTo>
                  <a:lnTo>
                    <a:pt x="1418141" y="405705"/>
                  </a:lnTo>
                  <a:lnTo>
                    <a:pt x="1441513" y="389953"/>
                  </a:lnTo>
                  <a:lnTo>
                    <a:pt x="1457265" y="366581"/>
                  </a:lnTo>
                  <a:lnTo>
                    <a:pt x="1463040" y="337947"/>
                  </a:lnTo>
                  <a:lnTo>
                    <a:pt x="1463040" y="73533"/>
                  </a:lnTo>
                  <a:lnTo>
                    <a:pt x="1457265" y="44898"/>
                  </a:lnTo>
                  <a:lnTo>
                    <a:pt x="1441513" y="21526"/>
                  </a:lnTo>
                  <a:lnTo>
                    <a:pt x="1418141" y="5774"/>
                  </a:lnTo>
                  <a:lnTo>
                    <a:pt x="1389507" y="0"/>
                  </a:lnTo>
                  <a:close/>
                </a:path>
              </a:pathLst>
            </a:custGeom>
            <a:solidFill>
              <a:srgbClr val="D4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4325" y="1667830"/>
              <a:ext cx="139033" cy="166501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135976" y="1637284"/>
            <a:ext cx="958215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10" dirty="0">
                <a:solidFill>
                  <a:srgbClr val="3A3535"/>
                </a:solidFill>
                <a:latin typeface="Verdana"/>
                <a:cs typeface="Verdana"/>
              </a:rPr>
              <a:t>ABSTRACT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46251" y="1993010"/>
            <a:ext cx="4368800" cy="706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450" spc="-135" dirty="0"/>
              <a:t>Project</a:t>
            </a:r>
            <a:r>
              <a:rPr sz="4450" spc="-370" dirty="0"/>
              <a:t> </a:t>
            </a:r>
            <a:r>
              <a:rPr sz="4450" spc="-95" dirty="0"/>
              <a:t>Overview</a:t>
            </a:r>
            <a:endParaRPr sz="4450"/>
          </a:p>
        </p:txBody>
      </p:sp>
      <p:grpSp>
        <p:nvGrpSpPr>
          <p:cNvPr id="7" name="object 7"/>
          <p:cNvGrpSpPr/>
          <p:nvPr/>
        </p:nvGrpSpPr>
        <p:grpSpPr>
          <a:xfrm>
            <a:off x="759713" y="3082289"/>
            <a:ext cx="4232275" cy="2668905"/>
            <a:chOff x="759713" y="3082289"/>
            <a:chExt cx="4232275" cy="2668905"/>
          </a:xfrm>
        </p:grpSpPr>
        <p:sp>
          <p:nvSpPr>
            <p:cNvPr id="8" name="object 8"/>
            <p:cNvSpPr/>
            <p:nvPr/>
          </p:nvSpPr>
          <p:spPr>
            <a:xfrm>
              <a:off x="763523" y="3086099"/>
              <a:ext cx="4224655" cy="2661285"/>
            </a:xfrm>
            <a:custGeom>
              <a:avLst/>
              <a:gdLst/>
              <a:ahLst/>
              <a:cxnLst/>
              <a:rect l="l" t="t" r="r" b="b"/>
              <a:pathLst>
                <a:path w="4224655" h="2661285">
                  <a:moveTo>
                    <a:pt x="4133723" y="0"/>
                  </a:moveTo>
                  <a:lnTo>
                    <a:pt x="90766" y="0"/>
                  </a:lnTo>
                  <a:lnTo>
                    <a:pt x="55437" y="7133"/>
                  </a:lnTo>
                  <a:lnTo>
                    <a:pt x="26585" y="26590"/>
                  </a:lnTo>
                  <a:lnTo>
                    <a:pt x="7133" y="55453"/>
                  </a:lnTo>
                  <a:lnTo>
                    <a:pt x="0" y="90804"/>
                  </a:lnTo>
                  <a:lnTo>
                    <a:pt x="0" y="2570099"/>
                  </a:lnTo>
                  <a:lnTo>
                    <a:pt x="7133" y="2605450"/>
                  </a:lnTo>
                  <a:lnTo>
                    <a:pt x="26585" y="2634313"/>
                  </a:lnTo>
                  <a:lnTo>
                    <a:pt x="55437" y="2653770"/>
                  </a:lnTo>
                  <a:lnTo>
                    <a:pt x="90766" y="2660904"/>
                  </a:lnTo>
                  <a:lnTo>
                    <a:pt x="4133723" y="2660904"/>
                  </a:lnTo>
                  <a:lnTo>
                    <a:pt x="4169074" y="2653770"/>
                  </a:lnTo>
                  <a:lnTo>
                    <a:pt x="4197937" y="2634313"/>
                  </a:lnTo>
                  <a:lnTo>
                    <a:pt x="4217394" y="2605450"/>
                  </a:lnTo>
                  <a:lnTo>
                    <a:pt x="4224528" y="2570099"/>
                  </a:lnTo>
                  <a:lnTo>
                    <a:pt x="4224528" y="90804"/>
                  </a:lnTo>
                  <a:lnTo>
                    <a:pt x="4217394" y="55453"/>
                  </a:lnTo>
                  <a:lnTo>
                    <a:pt x="4197937" y="26590"/>
                  </a:lnTo>
                  <a:lnTo>
                    <a:pt x="4169074" y="7133"/>
                  </a:lnTo>
                  <a:lnTo>
                    <a:pt x="4133723" y="0"/>
                  </a:lnTo>
                  <a:close/>
                </a:path>
              </a:pathLst>
            </a:custGeom>
            <a:solidFill>
              <a:srgbClr val="D4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3523" y="3086099"/>
              <a:ext cx="4224655" cy="2661285"/>
            </a:xfrm>
            <a:custGeom>
              <a:avLst/>
              <a:gdLst/>
              <a:ahLst/>
              <a:cxnLst/>
              <a:rect l="l" t="t" r="r" b="b"/>
              <a:pathLst>
                <a:path w="4224655" h="2661285">
                  <a:moveTo>
                    <a:pt x="0" y="90804"/>
                  </a:moveTo>
                  <a:lnTo>
                    <a:pt x="7133" y="55453"/>
                  </a:lnTo>
                  <a:lnTo>
                    <a:pt x="26585" y="26590"/>
                  </a:lnTo>
                  <a:lnTo>
                    <a:pt x="55437" y="7133"/>
                  </a:lnTo>
                  <a:lnTo>
                    <a:pt x="90766" y="0"/>
                  </a:lnTo>
                  <a:lnTo>
                    <a:pt x="4133723" y="0"/>
                  </a:lnTo>
                  <a:lnTo>
                    <a:pt x="4169074" y="7133"/>
                  </a:lnTo>
                  <a:lnTo>
                    <a:pt x="4197937" y="26590"/>
                  </a:lnTo>
                  <a:lnTo>
                    <a:pt x="4217394" y="55453"/>
                  </a:lnTo>
                  <a:lnTo>
                    <a:pt x="4224528" y="90804"/>
                  </a:lnTo>
                  <a:lnTo>
                    <a:pt x="4224528" y="2570099"/>
                  </a:lnTo>
                  <a:lnTo>
                    <a:pt x="4217394" y="2605450"/>
                  </a:lnTo>
                  <a:lnTo>
                    <a:pt x="4197937" y="2634313"/>
                  </a:lnTo>
                  <a:lnTo>
                    <a:pt x="4169074" y="2653770"/>
                  </a:lnTo>
                  <a:lnTo>
                    <a:pt x="4133723" y="2660904"/>
                  </a:lnTo>
                  <a:lnTo>
                    <a:pt x="90766" y="2660904"/>
                  </a:lnTo>
                  <a:lnTo>
                    <a:pt x="55437" y="2653770"/>
                  </a:lnTo>
                  <a:lnTo>
                    <a:pt x="26585" y="2634313"/>
                  </a:lnTo>
                  <a:lnTo>
                    <a:pt x="7133" y="2605450"/>
                  </a:lnTo>
                  <a:lnTo>
                    <a:pt x="0" y="2570099"/>
                  </a:lnTo>
                  <a:lnTo>
                    <a:pt x="0" y="90804"/>
                  </a:lnTo>
                  <a:close/>
                </a:path>
              </a:pathLst>
            </a:custGeom>
            <a:ln w="7620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70432" y="3274758"/>
            <a:ext cx="3227705" cy="18656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-10" dirty="0">
                <a:solidFill>
                  <a:srgbClr val="3A3535"/>
                </a:solidFill>
                <a:latin typeface="Trebuchet MS"/>
                <a:cs typeface="Trebuchet MS"/>
              </a:rPr>
              <a:t>Objective</a:t>
            </a:r>
            <a:endParaRPr sz="2200">
              <a:latin typeface="Trebuchet MS"/>
              <a:cs typeface="Trebuchet MS"/>
            </a:endParaRPr>
          </a:p>
          <a:p>
            <a:pPr marL="12700" marR="5080">
              <a:lnSpc>
                <a:spcPct val="133100"/>
              </a:lnSpc>
              <a:spcBef>
                <a:spcPts val="940"/>
              </a:spcBef>
            </a:pPr>
            <a:r>
              <a:rPr sz="1700" dirty="0">
                <a:solidFill>
                  <a:srgbClr val="3A3535"/>
                </a:solidFill>
                <a:latin typeface="Verdana"/>
                <a:cs typeface="Verdana"/>
              </a:rPr>
              <a:t>Develop</a:t>
            </a:r>
            <a:r>
              <a:rPr sz="1700" spc="-13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-60" dirty="0">
                <a:solidFill>
                  <a:srgbClr val="3A3535"/>
                </a:solidFill>
                <a:latin typeface="Verdana"/>
                <a:cs typeface="Verdana"/>
              </a:rPr>
              <a:t>an</a:t>
            </a:r>
            <a:r>
              <a:rPr sz="1700" spc="-20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3A3535"/>
                </a:solidFill>
                <a:latin typeface="Verdana"/>
                <a:cs typeface="Verdana"/>
              </a:rPr>
              <a:t>intuitive</a:t>
            </a:r>
            <a:r>
              <a:rPr sz="1700" spc="-15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3A3535"/>
                </a:solidFill>
                <a:latin typeface="Verdana"/>
                <a:cs typeface="Verdana"/>
              </a:rPr>
              <a:t>touchless </a:t>
            </a:r>
            <a:r>
              <a:rPr sz="1700" spc="-40" dirty="0">
                <a:solidFill>
                  <a:srgbClr val="3A3535"/>
                </a:solidFill>
                <a:latin typeface="Verdana"/>
                <a:cs typeface="Verdana"/>
              </a:rPr>
              <a:t>volume</a:t>
            </a:r>
            <a:r>
              <a:rPr sz="1700" spc="-12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3A3535"/>
                </a:solidFill>
                <a:latin typeface="Verdana"/>
                <a:cs typeface="Verdana"/>
              </a:rPr>
              <a:t>control</a:t>
            </a:r>
            <a:r>
              <a:rPr sz="1700" spc="-7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-40" dirty="0">
                <a:solidFill>
                  <a:srgbClr val="3A3535"/>
                </a:solidFill>
                <a:latin typeface="Verdana"/>
                <a:cs typeface="Verdana"/>
              </a:rPr>
              <a:t>system</a:t>
            </a:r>
            <a:r>
              <a:rPr sz="1700" spc="-15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3A3535"/>
                </a:solidFill>
                <a:latin typeface="Verdana"/>
                <a:cs typeface="Verdana"/>
              </a:rPr>
              <a:t>using </a:t>
            </a:r>
            <a:r>
              <a:rPr sz="1700" dirty="0">
                <a:solidFill>
                  <a:srgbClr val="3A3535"/>
                </a:solidFill>
                <a:latin typeface="Verdana"/>
                <a:cs typeface="Verdana"/>
              </a:rPr>
              <a:t>computer</a:t>
            </a:r>
            <a:r>
              <a:rPr sz="1700" spc="-14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3A3535"/>
                </a:solidFill>
                <a:latin typeface="Verdana"/>
                <a:cs typeface="Verdana"/>
              </a:rPr>
              <a:t>vision</a:t>
            </a:r>
            <a:r>
              <a:rPr sz="1700" spc="-11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3A3535"/>
                </a:solidFill>
                <a:latin typeface="Verdana"/>
                <a:cs typeface="Verdana"/>
              </a:rPr>
              <a:t>and</a:t>
            </a:r>
            <a:r>
              <a:rPr sz="1700" spc="-204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3A3535"/>
                </a:solidFill>
                <a:latin typeface="Verdana"/>
                <a:cs typeface="Verdana"/>
              </a:rPr>
              <a:t>gesture </a:t>
            </a:r>
            <a:r>
              <a:rPr sz="1700" dirty="0">
                <a:solidFill>
                  <a:srgbClr val="3A3535"/>
                </a:solidFill>
                <a:latin typeface="Verdana"/>
                <a:cs typeface="Verdana"/>
              </a:rPr>
              <a:t>recognition</a:t>
            </a:r>
            <a:r>
              <a:rPr sz="1700" spc="2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3A3535"/>
                </a:solidFill>
                <a:latin typeface="Verdana"/>
                <a:cs typeface="Verdana"/>
              </a:rPr>
              <a:t>technology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203697" y="3082289"/>
            <a:ext cx="4232275" cy="2668905"/>
            <a:chOff x="5203697" y="3082289"/>
            <a:chExt cx="4232275" cy="2668905"/>
          </a:xfrm>
        </p:grpSpPr>
        <p:sp>
          <p:nvSpPr>
            <p:cNvPr id="12" name="object 12"/>
            <p:cNvSpPr/>
            <p:nvPr/>
          </p:nvSpPr>
          <p:spPr>
            <a:xfrm>
              <a:off x="5207507" y="3086099"/>
              <a:ext cx="4224655" cy="2661285"/>
            </a:xfrm>
            <a:custGeom>
              <a:avLst/>
              <a:gdLst/>
              <a:ahLst/>
              <a:cxnLst/>
              <a:rect l="l" t="t" r="r" b="b"/>
              <a:pathLst>
                <a:path w="4224655" h="2661285">
                  <a:moveTo>
                    <a:pt x="4133722" y="0"/>
                  </a:moveTo>
                  <a:lnTo>
                    <a:pt x="90804" y="0"/>
                  </a:lnTo>
                  <a:lnTo>
                    <a:pt x="55453" y="7133"/>
                  </a:lnTo>
                  <a:lnTo>
                    <a:pt x="26590" y="26590"/>
                  </a:lnTo>
                  <a:lnTo>
                    <a:pt x="7133" y="55453"/>
                  </a:lnTo>
                  <a:lnTo>
                    <a:pt x="0" y="90804"/>
                  </a:lnTo>
                  <a:lnTo>
                    <a:pt x="0" y="2570099"/>
                  </a:lnTo>
                  <a:lnTo>
                    <a:pt x="7133" y="2605450"/>
                  </a:lnTo>
                  <a:lnTo>
                    <a:pt x="26590" y="2634313"/>
                  </a:lnTo>
                  <a:lnTo>
                    <a:pt x="55453" y="2653770"/>
                  </a:lnTo>
                  <a:lnTo>
                    <a:pt x="90804" y="2660904"/>
                  </a:lnTo>
                  <a:lnTo>
                    <a:pt x="4133722" y="2660904"/>
                  </a:lnTo>
                  <a:lnTo>
                    <a:pt x="4169074" y="2653770"/>
                  </a:lnTo>
                  <a:lnTo>
                    <a:pt x="4197937" y="2634313"/>
                  </a:lnTo>
                  <a:lnTo>
                    <a:pt x="4217394" y="2605450"/>
                  </a:lnTo>
                  <a:lnTo>
                    <a:pt x="4224527" y="2570099"/>
                  </a:lnTo>
                  <a:lnTo>
                    <a:pt x="4224527" y="90804"/>
                  </a:lnTo>
                  <a:lnTo>
                    <a:pt x="4217394" y="55453"/>
                  </a:lnTo>
                  <a:lnTo>
                    <a:pt x="4197937" y="26590"/>
                  </a:lnTo>
                  <a:lnTo>
                    <a:pt x="4169074" y="7133"/>
                  </a:lnTo>
                  <a:lnTo>
                    <a:pt x="4133722" y="0"/>
                  </a:lnTo>
                  <a:close/>
                </a:path>
              </a:pathLst>
            </a:custGeom>
            <a:solidFill>
              <a:srgbClr val="D4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07507" y="3086099"/>
              <a:ext cx="4224655" cy="2661285"/>
            </a:xfrm>
            <a:custGeom>
              <a:avLst/>
              <a:gdLst/>
              <a:ahLst/>
              <a:cxnLst/>
              <a:rect l="l" t="t" r="r" b="b"/>
              <a:pathLst>
                <a:path w="4224655" h="2661285">
                  <a:moveTo>
                    <a:pt x="0" y="90804"/>
                  </a:moveTo>
                  <a:lnTo>
                    <a:pt x="7133" y="55453"/>
                  </a:lnTo>
                  <a:lnTo>
                    <a:pt x="26590" y="26590"/>
                  </a:lnTo>
                  <a:lnTo>
                    <a:pt x="55453" y="7133"/>
                  </a:lnTo>
                  <a:lnTo>
                    <a:pt x="90804" y="0"/>
                  </a:lnTo>
                  <a:lnTo>
                    <a:pt x="4133722" y="0"/>
                  </a:lnTo>
                  <a:lnTo>
                    <a:pt x="4169074" y="7133"/>
                  </a:lnTo>
                  <a:lnTo>
                    <a:pt x="4197937" y="26590"/>
                  </a:lnTo>
                  <a:lnTo>
                    <a:pt x="4217394" y="55453"/>
                  </a:lnTo>
                  <a:lnTo>
                    <a:pt x="4224527" y="90804"/>
                  </a:lnTo>
                  <a:lnTo>
                    <a:pt x="4224527" y="2570099"/>
                  </a:lnTo>
                  <a:lnTo>
                    <a:pt x="4217394" y="2605450"/>
                  </a:lnTo>
                  <a:lnTo>
                    <a:pt x="4197937" y="2634313"/>
                  </a:lnTo>
                  <a:lnTo>
                    <a:pt x="4169074" y="2653770"/>
                  </a:lnTo>
                  <a:lnTo>
                    <a:pt x="4133722" y="2660904"/>
                  </a:lnTo>
                  <a:lnTo>
                    <a:pt x="90804" y="2660904"/>
                  </a:lnTo>
                  <a:lnTo>
                    <a:pt x="55453" y="2653770"/>
                  </a:lnTo>
                  <a:lnTo>
                    <a:pt x="26590" y="2634313"/>
                  </a:lnTo>
                  <a:lnTo>
                    <a:pt x="7133" y="2605450"/>
                  </a:lnTo>
                  <a:lnTo>
                    <a:pt x="0" y="2570099"/>
                  </a:lnTo>
                  <a:lnTo>
                    <a:pt x="0" y="90804"/>
                  </a:lnTo>
                  <a:close/>
                </a:path>
              </a:pathLst>
            </a:custGeom>
            <a:ln w="7620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416677" y="3274758"/>
            <a:ext cx="3793490" cy="18656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-10" dirty="0">
                <a:solidFill>
                  <a:srgbClr val="3A3535"/>
                </a:solidFill>
                <a:latin typeface="Trebuchet MS"/>
                <a:cs typeface="Trebuchet MS"/>
              </a:rPr>
              <a:t>Technologies</a:t>
            </a:r>
            <a:endParaRPr sz="2200">
              <a:latin typeface="Trebuchet MS"/>
              <a:cs typeface="Trebuchet MS"/>
            </a:endParaRPr>
          </a:p>
          <a:p>
            <a:pPr marL="12700" marR="5080">
              <a:lnSpc>
                <a:spcPct val="133100"/>
              </a:lnSpc>
              <a:spcBef>
                <a:spcPts val="940"/>
              </a:spcBef>
            </a:pPr>
            <a:r>
              <a:rPr sz="1700" spc="-25" dirty="0">
                <a:solidFill>
                  <a:srgbClr val="3A3535"/>
                </a:solidFill>
                <a:latin typeface="Verdana"/>
                <a:cs typeface="Verdana"/>
              </a:rPr>
              <a:t>Python</a:t>
            </a:r>
            <a:r>
              <a:rPr sz="1700" spc="-13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3A3535"/>
                </a:solidFill>
                <a:latin typeface="Verdana"/>
                <a:cs typeface="Verdana"/>
              </a:rPr>
              <a:t>programming</a:t>
            </a:r>
            <a:r>
              <a:rPr sz="1700" spc="-19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3A3535"/>
                </a:solidFill>
                <a:latin typeface="Verdana"/>
                <a:cs typeface="Verdana"/>
              </a:rPr>
              <a:t>with</a:t>
            </a:r>
            <a:r>
              <a:rPr sz="1700" spc="-204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55" dirty="0">
                <a:solidFill>
                  <a:srgbClr val="3A3535"/>
                </a:solidFill>
                <a:latin typeface="Verdana"/>
                <a:cs typeface="Verdana"/>
              </a:rPr>
              <a:t>OpenCV </a:t>
            </a:r>
            <a:r>
              <a:rPr sz="1700" dirty="0">
                <a:solidFill>
                  <a:srgbClr val="3A3535"/>
                </a:solidFill>
                <a:latin typeface="Verdana"/>
                <a:cs typeface="Verdana"/>
              </a:rPr>
              <a:t>for</a:t>
            </a:r>
            <a:r>
              <a:rPr sz="1700" spc="-114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3A3535"/>
                </a:solidFill>
                <a:latin typeface="Verdana"/>
                <a:cs typeface="Verdana"/>
              </a:rPr>
              <a:t>video</a:t>
            </a:r>
            <a:r>
              <a:rPr sz="1700" spc="-14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3A3535"/>
                </a:solidFill>
                <a:latin typeface="Verdana"/>
                <a:cs typeface="Verdana"/>
              </a:rPr>
              <a:t>processing,</a:t>
            </a:r>
            <a:r>
              <a:rPr sz="1700" spc="-16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3A3535"/>
                </a:solidFill>
                <a:latin typeface="Verdana"/>
                <a:cs typeface="Verdana"/>
              </a:rPr>
              <a:t>MediaPipe</a:t>
            </a:r>
            <a:r>
              <a:rPr sz="1700" spc="-12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3A3535"/>
                </a:solidFill>
                <a:latin typeface="Verdana"/>
                <a:cs typeface="Verdana"/>
              </a:rPr>
              <a:t>for </a:t>
            </a:r>
            <a:r>
              <a:rPr sz="1700" dirty="0">
                <a:solidFill>
                  <a:srgbClr val="3A3535"/>
                </a:solidFill>
                <a:latin typeface="Verdana"/>
                <a:cs typeface="Verdana"/>
              </a:rPr>
              <a:t>hand</a:t>
            </a:r>
            <a:r>
              <a:rPr sz="1700" spc="-23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-35" dirty="0">
                <a:solidFill>
                  <a:srgbClr val="3A3535"/>
                </a:solidFill>
                <a:latin typeface="Verdana"/>
                <a:cs typeface="Verdana"/>
              </a:rPr>
              <a:t>tracking,</a:t>
            </a:r>
            <a:r>
              <a:rPr sz="1700" spc="-21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3A3535"/>
                </a:solidFill>
                <a:latin typeface="Verdana"/>
                <a:cs typeface="Verdana"/>
              </a:rPr>
              <a:t>and</a:t>
            </a:r>
            <a:r>
              <a:rPr sz="1700" spc="-15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3A3535"/>
                </a:solidFill>
                <a:latin typeface="Verdana"/>
                <a:cs typeface="Verdana"/>
              </a:rPr>
              <a:t>system integration</a:t>
            </a:r>
            <a:r>
              <a:rPr sz="1700" spc="-8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3A3535"/>
                </a:solidFill>
                <a:latin typeface="Verdana"/>
                <a:cs typeface="Verdana"/>
              </a:rPr>
              <a:t>libraries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647681" y="3082289"/>
            <a:ext cx="4232275" cy="2668905"/>
            <a:chOff x="9647681" y="3082289"/>
            <a:chExt cx="4232275" cy="2668905"/>
          </a:xfrm>
        </p:grpSpPr>
        <p:sp>
          <p:nvSpPr>
            <p:cNvPr id="16" name="object 16"/>
            <p:cNvSpPr/>
            <p:nvPr/>
          </p:nvSpPr>
          <p:spPr>
            <a:xfrm>
              <a:off x="9651491" y="3086099"/>
              <a:ext cx="4224655" cy="2661285"/>
            </a:xfrm>
            <a:custGeom>
              <a:avLst/>
              <a:gdLst/>
              <a:ahLst/>
              <a:cxnLst/>
              <a:rect l="l" t="t" r="r" b="b"/>
              <a:pathLst>
                <a:path w="4224655" h="2661285">
                  <a:moveTo>
                    <a:pt x="4133723" y="0"/>
                  </a:moveTo>
                  <a:lnTo>
                    <a:pt x="90804" y="0"/>
                  </a:lnTo>
                  <a:lnTo>
                    <a:pt x="55453" y="7133"/>
                  </a:lnTo>
                  <a:lnTo>
                    <a:pt x="26590" y="26590"/>
                  </a:lnTo>
                  <a:lnTo>
                    <a:pt x="7133" y="55453"/>
                  </a:lnTo>
                  <a:lnTo>
                    <a:pt x="0" y="90804"/>
                  </a:lnTo>
                  <a:lnTo>
                    <a:pt x="0" y="2570099"/>
                  </a:lnTo>
                  <a:lnTo>
                    <a:pt x="7133" y="2605450"/>
                  </a:lnTo>
                  <a:lnTo>
                    <a:pt x="26590" y="2634313"/>
                  </a:lnTo>
                  <a:lnTo>
                    <a:pt x="55453" y="2653770"/>
                  </a:lnTo>
                  <a:lnTo>
                    <a:pt x="90804" y="2660904"/>
                  </a:lnTo>
                  <a:lnTo>
                    <a:pt x="4133723" y="2660904"/>
                  </a:lnTo>
                  <a:lnTo>
                    <a:pt x="4169074" y="2653770"/>
                  </a:lnTo>
                  <a:lnTo>
                    <a:pt x="4197937" y="2634313"/>
                  </a:lnTo>
                  <a:lnTo>
                    <a:pt x="4217394" y="2605450"/>
                  </a:lnTo>
                  <a:lnTo>
                    <a:pt x="4224527" y="2570099"/>
                  </a:lnTo>
                  <a:lnTo>
                    <a:pt x="4224527" y="90804"/>
                  </a:lnTo>
                  <a:lnTo>
                    <a:pt x="4217394" y="55453"/>
                  </a:lnTo>
                  <a:lnTo>
                    <a:pt x="4197937" y="26590"/>
                  </a:lnTo>
                  <a:lnTo>
                    <a:pt x="4169074" y="7133"/>
                  </a:lnTo>
                  <a:lnTo>
                    <a:pt x="4133723" y="0"/>
                  </a:lnTo>
                  <a:close/>
                </a:path>
              </a:pathLst>
            </a:custGeom>
            <a:solidFill>
              <a:srgbClr val="D4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651491" y="3086099"/>
              <a:ext cx="4224655" cy="2661285"/>
            </a:xfrm>
            <a:custGeom>
              <a:avLst/>
              <a:gdLst/>
              <a:ahLst/>
              <a:cxnLst/>
              <a:rect l="l" t="t" r="r" b="b"/>
              <a:pathLst>
                <a:path w="4224655" h="2661285">
                  <a:moveTo>
                    <a:pt x="0" y="90804"/>
                  </a:moveTo>
                  <a:lnTo>
                    <a:pt x="7133" y="55453"/>
                  </a:lnTo>
                  <a:lnTo>
                    <a:pt x="26590" y="26590"/>
                  </a:lnTo>
                  <a:lnTo>
                    <a:pt x="55453" y="7133"/>
                  </a:lnTo>
                  <a:lnTo>
                    <a:pt x="90804" y="0"/>
                  </a:lnTo>
                  <a:lnTo>
                    <a:pt x="4133723" y="0"/>
                  </a:lnTo>
                  <a:lnTo>
                    <a:pt x="4169074" y="7133"/>
                  </a:lnTo>
                  <a:lnTo>
                    <a:pt x="4197937" y="26590"/>
                  </a:lnTo>
                  <a:lnTo>
                    <a:pt x="4217394" y="55453"/>
                  </a:lnTo>
                  <a:lnTo>
                    <a:pt x="4224527" y="90804"/>
                  </a:lnTo>
                  <a:lnTo>
                    <a:pt x="4224527" y="2570099"/>
                  </a:lnTo>
                  <a:lnTo>
                    <a:pt x="4217394" y="2605450"/>
                  </a:lnTo>
                  <a:lnTo>
                    <a:pt x="4197937" y="2634313"/>
                  </a:lnTo>
                  <a:lnTo>
                    <a:pt x="4169074" y="2653770"/>
                  </a:lnTo>
                  <a:lnTo>
                    <a:pt x="4133723" y="2660904"/>
                  </a:lnTo>
                  <a:lnTo>
                    <a:pt x="90804" y="2660904"/>
                  </a:lnTo>
                  <a:lnTo>
                    <a:pt x="55453" y="2653770"/>
                  </a:lnTo>
                  <a:lnTo>
                    <a:pt x="26590" y="2634313"/>
                  </a:lnTo>
                  <a:lnTo>
                    <a:pt x="7133" y="2605450"/>
                  </a:lnTo>
                  <a:lnTo>
                    <a:pt x="0" y="2570099"/>
                  </a:lnTo>
                  <a:lnTo>
                    <a:pt x="0" y="90804"/>
                  </a:lnTo>
                  <a:close/>
                </a:path>
              </a:pathLst>
            </a:custGeom>
            <a:ln w="7620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862819" y="3274758"/>
            <a:ext cx="3366135" cy="22040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-120" dirty="0">
                <a:solidFill>
                  <a:srgbClr val="3A3535"/>
                </a:solidFill>
                <a:latin typeface="Trebuchet MS"/>
                <a:cs typeface="Trebuchet MS"/>
              </a:rPr>
              <a:t>Key</a:t>
            </a:r>
            <a:r>
              <a:rPr sz="2200" b="1" spc="-18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3A3535"/>
                </a:solidFill>
                <a:latin typeface="Trebuchet MS"/>
                <a:cs typeface="Trebuchet MS"/>
              </a:rPr>
              <a:t>Outcomes</a:t>
            </a:r>
            <a:endParaRPr sz="2200">
              <a:latin typeface="Trebuchet MS"/>
              <a:cs typeface="Trebuchet MS"/>
            </a:endParaRPr>
          </a:p>
          <a:p>
            <a:pPr marL="12700" marR="5080">
              <a:lnSpc>
                <a:spcPct val="132500"/>
              </a:lnSpc>
              <a:spcBef>
                <a:spcPts val="955"/>
              </a:spcBef>
            </a:pPr>
            <a:r>
              <a:rPr sz="1700" dirty="0">
                <a:solidFill>
                  <a:srgbClr val="3A3535"/>
                </a:solidFill>
                <a:latin typeface="Verdana"/>
                <a:cs typeface="Verdana"/>
              </a:rPr>
              <a:t>Accurate</a:t>
            </a:r>
            <a:r>
              <a:rPr sz="1700" spc="-114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3A3535"/>
                </a:solidFill>
                <a:latin typeface="Verdana"/>
                <a:cs typeface="Verdana"/>
              </a:rPr>
              <a:t>real-</a:t>
            </a:r>
            <a:r>
              <a:rPr sz="1700" dirty="0">
                <a:solidFill>
                  <a:srgbClr val="3A3535"/>
                </a:solidFill>
                <a:latin typeface="Verdana"/>
                <a:cs typeface="Verdana"/>
              </a:rPr>
              <a:t>time</a:t>
            </a:r>
            <a:r>
              <a:rPr sz="1700" spc="-11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3A3535"/>
                </a:solidFill>
                <a:latin typeface="Verdana"/>
                <a:cs typeface="Verdana"/>
              </a:rPr>
              <a:t>gesture </a:t>
            </a:r>
            <a:r>
              <a:rPr sz="1700" dirty="0">
                <a:solidFill>
                  <a:srgbClr val="3A3535"/>
                </a:solidFill>
                <a:latin typeface="Verdana"/>
                <a:cs typeface="Verdana"/>
              </a:rPr>
              <a:t>recognition,</a:t>
            </a:r>
            <a:r>
              <a:rPr sz="1700" spc="-18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3A3535"/>
                </a:solidFill>
                <a:latin typeface="Verdana"/>
                <a:cs typeface="Verdana"/>
              </a:rPr>
              <a:t>responsive</a:t>
            </a:r>
            <a:r>
              <a:rPr sz="1700" spc="-13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3A3535"/>
                </a:solidFill>
                <a:latin typeface="Verdana"/>
                <a:cs typeface="Verdana"/>
              </a:rPr>
              <a:t>volume control,</a:t>
            </a:r>
            <a:r>
              <a:rPr sz="1700" spc="-20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3A3535"/>
                </a:solidFill>
                <a:latin typeface="Verdana"/>
                <a:cs typeface="Verdana"/>
              </a:rPr>
              <a:t>and</a:t>
            </a:r>
            <a:r>
              <a:rPr sz="1700" spc="-13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-80" dirty="0">
                <a:solidFill>
                  <a:srgbClr val="3A3535"/>
                </a:solidFill>
                <a:latin typeface="Verdana"/>
                <a:cs typeface="Verdana"/>
              </a:rPr>
              <a:t>a</a:t>
            </a:r>
            <a:r>
              <a:rPr sz="1700" spc="-15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3A3535"/>
                </a:solidFill>
                <a:latin typeface="Verdana"/>
                <a:cs typeface="Verdana"/>
              </a:rPr>
              <a:t>user-</a:t>
            </a:r>
            <a:r>
              <a:rPr sz="1700" spc="-10" dirty="0">
                <a:solidFill>
                  <a:srgbClr val="3A3535"/>
                </a:solidFill>
                <a:latin typeface="Verdana"/>
                <a:cs typeface="Verdana"/>
              </a:rPr>
              <a:t>friendly </a:t>
            </a:r>
            <a:r>
              <a:rPr sz="1700" dirty="0">
                <a:solidFill>
                  <a:srgbClr val="3A3535"/>
                </a:solidFill>
                <a:latin typeface="Verdana"/>
                <a:cs typeface="Verdana"/>
              </a:rPr>
              <a:t>interface</a:t>
            </a:r>
            <a:r>
              <a:rPr sz="1700" spc="-15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3A3535"/>
                </a:solidFill>
                <a:latin typeface="Verdana"/>
                <a:cs typeface="Verdana"/>
              </a:rPr>
              <a:t>requiring</a:t>
            </a:r>
            <a:r>
              <a:rPr sz="1700" spc="-9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3A3535"/>
                </a:solidFill>
                <a:latin typeface="Verdana"/>
                <a:cs typeface="Verdana"/>
              </a:rPr>
              <a:t>no</a:t>
            </a:r>
            <a:r>
              <a:rPr sz="1700" spc="-16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3A3535"/>
                </a:solidFill>
                <a:latin typeface="Verdana"/>
                <a:cs typeface="Verdana"/>
              </a:rPr>
              <a:t>special hardware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6251" y="5935929"/>
            <a:ext cx="12019915" cy="721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90"/>
              </a:spcBef>
            </a:pPr>
            <a:r>
              <a:rPr sz="1700" spc="-30" dirty="0">
                <a:solidFill>
                  <a:srgbClr val="3A3535"/>
                </a:solidFill>
                <a:latin typeface="Verdana"/>
                <a:cs typeface="Verdana"/>
              </a:rPr>
              <a:t>This</a:t>
            </a:r>
            <a:r>
              <a:rPr sz="1700" spc="-12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3A3535"/>
                </a:solidFill>
                <a:latin typeface="Verdana"/>
                <a:cs typeface="Verdana"/>
              </a:rPr>
              <a:t>project</a:t>
            </a:r>
            <a:r>
              <a:rPr sz="1700" spc="-17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3A3535"/>
                </a:solidFill>
                <a:latin typeface="Verdana"/>
                <a:cs typeface="Verdana"/>
              </a:rPr>
              <a:t>demonstrates</a:t>
            </a:r>
            <a:r>
              <a:rPr sz="1700" spc="-12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3A3535"/>
                </a:solidFill>
                <a:latin typeface="Verdana"/>
                <a:cs typeface="Verdana"/>
              </a:rPr>
              <a:t>practical</a:t>
            </a:r>
            <a:r>
              <a:rPr sz="1700" spc="-9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3A3535"/>
                </a:solidFill>
                <a:latin typeface="Verdana"/>
                <a:cs typeface="Verdana"/>
              </a:rPr>
              <a:t>applications</a:t>
            </a:r>
            <a:r>
              <a:rPr sz="1700" spc="-21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65" dirty="0">
                <a:solidFill>
                  <a:srgbClr val="3A3535"/>
                </a:solidFill>
                <a:latin typeface="Verdana"/>
                <a:cs typeface="Verdana"/>
              </a:rPr>
              <a:t>of</a:t>
            </a:r>
            <a:r>
              <a:rPr sz="1700" spc="-16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3A3535"/>
                </a:solidFill>
                <a:latin typeface="Verdana"/>
                <a:cs typeface="Verdana"/>
              </a:rPr>
              <a:t>computer</a:t>
            </a:r>
            <a:r>
              <a:rPr sz="1700" spc="-12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3A3535"/>
                </a:solidFill>
                <a:latin typeface="Verdana"/>
                <a:cs typeface="Verdana"/>
              </a:rPr>
              <a:t>vision</a:t>
            </a:r>
            <a:r>
              <a:rPr sz="1700" spc="-18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3A3535"/>
                </a:solidFill>
                <a:latin typeface="Verdana"/>
                <a:cs typeface="Verdana"/>
              </a:rPr>
              <a:t>and</a:t>
            </a:r>
            <a:r>
              <a:rPr sz="1700" spc="-114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3A3535"/>
                </a:solidFill>
                <a:latin typeface="Verdana"/>
                <a:cs typeface="Verdana"/>
              </a:rPr>
              <a:t>machine</a:t>
            </a:r>
            <a:r>
              <a:rPr sz="1700" spc="-13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3A3535"/>
                </a:solidFill>
                <a:latin typeface="Verdana"/>
                <a:cs typeface="Verdana"/>
              </a:rPr>
              <a:t>learning,</a:t>
            </a:r>
            <a:r>
              <a:rPr sz="1700" spc="-8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3A3535"/>
                </a:solidFill>
                <a:latin typeface="Verdana"/>
                <a:cs typeface="Verdana"/>
              </a:rPr>
              <a:t>offering</a:t>
            </a:r>
            <a:r>
              <a:rPr sz="1700" spc="-9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-55" dirty="0">
                <a:solidFill>
                  <a:srgbClr val="3A3535"/>
                </a:solidFill>
                <a:latin typeface="Verdana"/>
                <a:cs typeface="Verdana"/>
              </a:rPr>
              <a:t>an</a:t>
            </a:r>
            <a:r>
              <a:rPr sz="1700" spc="-18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3A3535"/>
                </a:solidFill>
                <a:latin typeface="Verdana"/>
                <a:cs typeface="Verdana"/>
              </a:rPr>
              <a:t>accessible </a:t>
            </a:r>
            <a:r>
              <a:rPr sz="1700" dirty="0">
                <a:solidFill>
                  <a:srgbClr val="3A3535"/>
                </a:solidFill>
                <a:latin typeface="Verdana"/>
                <a:cs typeface="Verdana"/>
              </a:rPr>
              <a:t>introduction</a:t>
            </a:r>
            <a:r>
              <a:rPr sz="1700" spc="-13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60" dirty="0">
                <a:solidFill>
                  <a:srgbClr val="3A3535"/>
                </a:solidFill>
                <a:latin typeface="Verdana"/>
                <a:cs typeface="Verdana"/>
              </a:rPr>
              <a:t>to</a:t>
            </a:r>
            <a:r>
              <a:rPr sz="1700" spc="-10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3A3535"/>
                </a:solidFill>
                <a:latin typeface="Verdana"/>
                <a:cs typeface="Verdana"/>
              </a:rPr>
              <a:t>gesture-based</a:t>
            </a:r>
            <a:r>
              <a:rPr sz="1700" spc="-15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-30" dirty="0">
                <a:solidFill>
                  <a:srgbClr val="3A3535"/>
                </a:solidFill>
                <a:latin typeface="Verdana"/>
                <a:cs typeface="Verdana"/>
              </a:rPr>
              <a:t>human-</a:t>
            </a:r>
            <a:r>
              <a:rPr sz="1700" dirty="0">
                <a:solidFill>
                  <a:srgbClr val="3A3535"/>
                </a:solidFill>
                <a:latin typeface="Verdana"/>
                <a:cs typeface="Verdana"/>
              </a:rPr>
              <a:t>computer</a:t>
            </a:r>
            <a:r>
              <a:rPr sz="1700" spc="-6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3A3535"/>
                </a:solidFill>
                <a:latin typeface="Verdana"/>
                <a:cs typeface="Verdana"/>
              </a:rPr>
              <a:t>interaction</a:t>
            </a:r>
            <a:r>
              <a:rPr sz="1700" spc="-13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3A3535"/>
                </a:solidFill>
                <a:latin typeface="Verdana"/>
                <a:cs typeface="Verdana"/>
              </a:rPr>
              <a:t>for</a:t>
            </a:r>
            <a:r>
              <a:rPr sz="1700" spc="-16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3A3535"/>
                </a:solidFill>
                <a:latin typeface="Verdana"/>
                <a:cs typeface="Verdana"/>
              </a:rPr>
              <a:t>educational</a:t>
            </a:r>
            <a:r>
              <a:rPr sz="1700" spc="-3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3A3535"/>
                </a:solidFill>
                <a:latin typeface="Verdana"/>
                <a:cs typeface="Verdana"/>
              </a:rPr>
              <a:t>purposes.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2847319" y="7754111"/>
            <a:ext cx="1783080" cy="475615"/>
          </a:xfrm>
          <a:custGeom>
            <a:avLst/>
            <a:gdLst/>
            <a:ahLst/>
            <a:cxnLst/>
            <a:rect l="l" t="t" r="r" b="b"/>
            <a:pathLst>
              <a:path w="1783080" h="475615">
                <a:moveTo>
                  <a:pt x="1783080" y="0"/>
                </a:moveTo>
                <a:lnTo>
                  <a:pt x="0" y="0"/>
                </a:lnTo>
                <a:lnTo>
                  <a:pt x="0" y="475488"/>
                </a:lnTo>
                <a:lnTo>
                  <a:pt x="1783080" y="475488"/>
                </a:lnTo>
                <a:lnTo>
                  <a:pt x="1783080" y="0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829031" y="7754111"/>
            <a:ext cx="1801495" cy="475615"/>
          </a:xfrm>
          <a:custGeom>
            <a:avLst/>
            <a:gdLst/>
            <a:ahLst/>
            <a:cxnLst/>
            <a:rect l="l" t="t" r="r" b="b"/>
            <a:pathLst>
              <a:path w="1801494" h="475615">
                <a:moveTo>
                  <a:pt x="1801368" y="0"/>
                </a:moveTo>
                <a:lnTo>
                  <a:pt x="0" y="0"/>
                </a:lnTo>
                <a:lnTo>
                  <a:pt x="0" y="475488"/>
                </a:lnTo>
                <a:lnTo>
                  <a:pt x="1801368" y="47548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6251" y="1702561"/>
            <a:ext cx="5267325" cy="7067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450" dirty="0"/>
              <a:t>System</a:t>
            </a:r>
            <a:r>
              <a:rPr sz="4450" spc="-190" dirty="0"/>
              <a:t> </a:t>
            </a:r>
            <a:r>
              <a:rPr sz="4450" spc="-85" dirty="0"/>
              <a:t>Architecture</a:t>
            </a:r>
            <a:endParaRPr sz="4450"/>
          </a:p>
        </p:txBody>
      </p:sp>
      <p:grpSp>
        <p:nvGrpSpPr>
          <p:cNvPr id="4" name="object 4"/>
          <p:cNvGrpSpPr/>
          <p:nvPr/>
        </p:nvGrpSpPr>
        <p:grpSpPr>
          <a:xfrm>
            <a:off x="758951" y="2899410"/>
            <a:ext cx="13112750" cy="886460"/>
            <a:chOff x="758951" y="2899410"/>
            <a:chExt cx="13112750" cy="886460"/>
          </a:xfrm>
        </p:grpSpPr>
        <p:sp>
          <p:nvSpPr>
            <p:cNvPr id="5" name="object 5"/>
            <p:cNvSpPr/>
            <p:nvPr/>
          </p:nvSpPr>
          <p:spPr>
            <a:xfrm>
              <a:off x="758952" y="3136391"/>
              <a:ext cx="13112750" cy="649605"/>
            </a:xfrm>
            <a:custGeom>
              <a:avLst/>
              <a:gdLst/>
              <a:ahLst/>
              <a:cxnLst/>
              <a:rect l="l" t="t" r="r" b="b"/>
              <a:pathLst>
                <a:path w="13112750" h="649604">
                  <a:moveTo>
                    <a:pt x="13112496" y="18288"/>
                  </a:moveTo>
                  <a:lnTo>
                    <a:pt x="13111061" y="11150"/>
                  </a:lnTo>
                  <a:lnTo>
                    <a:pt x="13107162" y="5334"/>
                  </a:lnTo>
                  <a:lnTo>
                    <a:pt x="13101346" y="1435"/>
                  </a:lnTo>
                  <a:lnTo>
                    <a:pt x="13094208" y="0"/>
                  </a:lnTo>
                  <a:lnTo>
                    <a:pt x="1210056" y="0"/>
                  </a:lnTo>
                  <a:lnTo>
                    <a:pt x="1194816" y="0"/>
                  </a:lnTo>
                  <a:lnTo>
                    <a:pt x="18288" y="0"/>
                  </a:lnTo>
                  <a:lnTo>
                    <a:pt x="11163" y="1435"/>
                  </a:lnTo>
                  <a:lnTo>
                    <a:pt x="5346" y="5334"/>
                  </a:lnTo>
                  <a:lnTo>
                    <a:pt x="1435" y="11150"/>
                  </a:lnTo>
                  <a:lnTo>
                    <a:pt x="0" y="18288"/>
                  </a:lnTo>
                  <a:lnTo>
                    <a:pt x="1435" y="25438"/>
                  </a:lnTo>
                  <a:lnTo>
                    <a:pt x="5346" y="31242"/>
                  </a:lnTo>
                  <a:lnTo>
                    <a:pt x="11163" y="35153"/>
                  </a:lnTo>
                  <a:lnTo>
                    <a:pt x="18288" y="36576"/>
                  </a:lnTo>
                  <a:lnTo>
                    <a:pt x="1188720" y="36576"/>
                  </a:lnTo>
                  <a:lnTo>
                    <a:pt x="1188720" y="643128"/>
                  </a:lnTo>
                  <a:lnTo>
                    <a:pt x="1194816" y="649224"/>
                  </a:lnTo>
                  <a:lnTo>
                    <a:pt x="1210056" y="649224"/>
                  </a:lnTo>
                  <a:lnTo>
                    <a:pt x="1216152" y="643128"/>
                  </a:lnTo>
                  <a:lnTo>
                    <a:pt x="1216152" y="36576"/>
                  </a:lnTo>
                  <a:lnTo>
                    <a:pt x="13094208" y="36576"/>
                  </a:lnTo>
                  <a:lnTo>
                    <a:pt x="13101346" y="35153"/>
                  </a:lnTo>
                  <a:lnTo>
                    <a:pt x="13107162" y="31242"/>
                  </a:lnTo>
                  <a:lnTo>
                    <a:pt x="13111061" y="25438"/>
                  </a:lnTo>
                  <a:lnTo>
                    <a:pt x="13112496" y="18288"/>
                  </a:lnTo>
                  <a:close/>
                </a:path>
              </a:pathLst>
            </a:custGeom>
            <a:solidFill>
              <a:srgbClr val="BAC2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23643" y="2903220"/>
              <a:ext cx="485140" cy="485140"/>
            </a:xfrm>
            <a:custGeom>
              <a:avLst/>
              <a:gdLst/>
              <a:ahLst/>
              <a:cxnLst/>
              <a:rect l="l" t="t" r="r" b="b"/>
              <a:pathLst>
                <a:path w="485139" h="485139">
                  <a:moveTo>
                    <a:pt x="394207" y="0"/>
                  </a:moveTo>
                  <a:lnTo>
                    <a:pt x="90424" y="0"/>
                  </a:lnTo>
                  <a:lnTo>
                    <a:pt x="55239" y="7110"/>
                  </a:lnTo>
                  <a:lnTo>
                    <a:pt x="26495" y="26495"/>
                  </a:lnTo>
                  <a:lnTo>
                    <a:pt x="7110" y="55239"/>
                  </a:lnTo>
                  <a:lnTo>
                    <a:pt x="0" y="90424"/>
                  </a:lnTo>
                  <a:lnTo>
                    <a:pt x="0" y="394207"/>
                  </a:lnTo>
                  <a:lnTo>
                    <a:pt x="7110" y="429392"/>
                  </a:lnTo>
                  <a:lnTo>
                    <a:pt x="26495" y="458136"/>
                  </a:lnTo>
                  <a:lnTo>
                    <a:pt x="55239" y="477521"/>
                  </a:lnTo>
                  <a:lnTo>
                    <a:pt x="90424" y="484631"/>
                  </a:lnTo>
                  <a:lnTo>
                    <a:pt x="394207" y="484631"/>
                  </a:lnTo>
                  <a:lnTo>
                    <a:pt x="429392" y="477521"/>
                  </a:lnTo>
                  <a:lnTo>
                    <a:pt x="458136" y="458136"/>
                  </a:lnTo>
                  <a:lnTo>
                    <a:pt x="477521" y="429392"/>
                  </a:lnTo>
                  <a:lnTo>
                    <a:pt x="484631" y="394207"/>
                  </a:lnTo>
                  <a:lnTo>
                    <a:pt x="484631" y="90424"/>
                  </a:lnTo>
                  <a:lnTo>
                    <a:pt x="477521" y="55239"/>
                  </a:lnTo>
                  <a:lnTo>
                    <a:pt x="458136" y="26495"/>
                  </a:lnTo>
                  <a:lnTo>
                    <a:pt x="429392" y="7110"/>
                  </a:lnTo>
                  <a:lnTo>
                    <a:pt x="394207" y="0"/>
                  </a:lnTo>
                  <a:close/>
                </a:path>
              </a:pathLst>
            </a:custGeom>
            <a:solidFill>
              <a:srgbClr val="D4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23643" y="2903220"/>
              <a:ext cx="485140" cy="485140"/>
            </a:xfrm>
            <a:custGeom>
              <a:avLst/>
              <a:gdLst/>
              <a:ahLst/>
              <a:cxnLst/>
              <a:rect l="l" t="t" r="r" b="b"/>
              <a:pathLst>
                <a:path w="485139" h="485139">
                  <a:moveTo>
                    <a:pt x="0" y="90424"/>
                  </a:moveTo>
                  <a:lnTo>
                    <a:pt x="7110" y="55239"/>
                  </a:lnTo>
                  <a:lnTo>
                    <a:pt x="26495" y="26495"/>
                  </a:lnTo>
                  <a:lnTo>
                    <a:pt x="55239" y="7110"/>
                  </a:lnTo>
                  <a:lnTo>
                    <a:pt x="90424" y="0"/>
                  </a:lnTo>
                  <a:lnTo>
                    <a:pt x="394207" y="0"/>
                  </a:lnTo>
                  <a:lnTo>
                    <a:pt x="429392" y="7110"/>
                  </a:lnTo>
                  <a:lnTo>
                    <a:pt x="458136" y="26495"/>
                  </a:lnTo>
                  <a:lnTo>
                    <a:pt x="477521" y="55239"/>
                  </a:lnTo>
                  <a:lnTo>
                    <a:pt x="484631" y="90424"/>
                  </a:lnTo>
                  <a:lnTo>
                    <a:pt x="484631" y="394207"/>
                  </a:lnTo>
                  <a:lnTo>
                    <a:pt x="477521" y="429392"/>
                  </a:lnTo>
                  <a:lnTo>
                    <a:pt x="458136" y="458136"/>
                  </a:lnTo>
                  <a:lnTo>
                    <a:pt x="429392" y="477521"/>
                  </a:lnTo>
                  <a:lnTo>
                    <a:pt x="394207" y="484631"/>
                  </a:lnTo>
                  <a:lnTo>
                    <a:pt x="90424" y="484631"/>
                  </a:lnTo>
                  <a:lnTo>
                    <a:pt x="55239" y="477521"/>
                  </a:lnTo>
                  <a:lnTo>
                    <a:pt x="26495" y="458136"/>
                  </a:lnTo>
                  <a:lnTo>
                    <a:pt x="7110" y="429392"/>
                  </a:lnTo>
                  <a:lnTo>
                    <a:pt x="0" y="394207"/>
                  </a:lnTo>
                  <a:lnTo>
                    <a:pt x="0" y="90424"/>
                  </a:lnTo>
                  <a:close/>
                </a:path>
              </a:pathLst>
            </a:custGeom>
            <a:ln w="7620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93228" y="2972803"/>
              <a:ext cx="336550" cy="336550"/>
            </a:xfrm>
            <a:custGeom>
              <a:avLst/>
              <a:gdLst/>
              <a:ahLst/>
              <a:cxnLst/>
              <a:rect l="l" t="t" r="r" b="b"/>
              <a:pathLst>
                <a:path w="336550" h="336550">
                  <a:moveTo>
                    <a:pt x="16292" y="231248"/>
                  </a:moveTo>
                  <a:lnTo>
                    <a:pt x="4730" y="231248"/>
                  </a:lnTo>
                  <a:lnTo>
                    <a:pt x="0" y="235978"/>
                  </a:lnTo>
                  <a:lnTo>
                    <a:pt x="0" y="304829"/>
                  </a:lnTo>
                  <a:lnTo>
                    <a:pt x="31534" y="336363"/>
                  </a:lnTo>
                  <a:lnTo>
                    <a:pt x="100385" y="336363"/>
                  </a:lnTo>
                  <a:lnTo>
                    <a:pt x="105115" y="331633"/>
                  </a:lnTo>
                  <a:lnTo>
                    <a:pt x="105115" y="320071"/>
                  </a:lnTo>
                  <a:lnTo>
                    <a:pt x="100385" y="315341"/>
                  </a:lnTo>
                  <a:lnTo>
                    <a:pt x="25752" y="315341"/>
                  </a:lnTo>
                  <a:lnTo>
                    <a:pt x="21022" y="310611"/>
                  </a:lnTo>
                  <a:lnTo>
                    <a:pt x="21022" y="235978"/>
                  </a:lnTo>
                  <a:lnTo>
                    <a:pt x="16292" y="231248"/>
                  </a:lnTo>
                  <a:close/>
                </a:path>
                <a:path w="336550" h="336550">
                  <a:moveTo>
                    <a:pt x="331634" y="231248"/>
                  </a:moveTo>
                  <a:lnTo>
                    <a:pt x="320071" y="231248"/>
                  </a:lnTo>
                  <a:lnTo>
                    <a:pt x="315341" y="235978"/>
                  </a:lnTo>
                  <a:lnTo>
                    <a:pt x="315341" y="310611"/>
                  </a:lnTo>
                  <a:lnTo>
                    <a:pt x="310611" y="315341"/>
                  </a:lnTo>
                  <a:lnTo>
                    <a:pt x="235981" y="315341"/>
                  </a:lnTo>
                  <a:lnTo>
                    <a:pt x="231251" y="320071"/>
                  </a:lnTo>
                  <a:lnTo>
                    <a:pt x="231251" y="331633"/>
                  </a:lnTo>
                  <a:lnTo>
                    <a:pt x="235981" y="336364"/>
                  </a:lnTo>
                  <a:lnTo>
                    <a:pt x="304830" y="336364"/>
                  </a:lnTo>
                  <a:lnTo>
                    <a:pt x="317100" y="333885"/>
                  </a:lnTo>
                  <a:lnTo>
                    <a:pt x="327124" y="327125"/>
                  </a:lnTo>
                  <a:lnTo>
                    <a:pt x="333884" y="317101"/>
                  </a:lnTo>
                  <a:lnTo>
                    <a:pt x="336364" y="304830"/>
                  </a:lnTo>
                  <a:lnTo>
                    <a:pt x="336364" y="235978"/>
                  </a:lnTo>
                  <a:lnTo>
                    <a:pt x="331634" y="231248"/>
                  </a:lnTo>
                  <a:close/>
                </a:path>
                <a:path w="336550" h="336550">
                  <a:moveTo>
                    <a:pt x="140127" y="84090"/>
                  </a:moveTo>
                  <a:lnTo>
                    <a:pt x="99860" y="84090"/>
                  </a:lnTo>
                  <a:lnTo>
                    <a:pt x="65961" y="106569"/>
                  </a:lnTo>
                  <a:lnTo>
                    <a:pt x="63067" y="120879"/>
                  </a:lnTo>
                  <a:lnTo>
                    <a:pt x="63067" y="215481"/>
                  </a:lnTo>
                  <a:lnTo>
                    <a:pt x="85546" y="249380"/>
                  </a:lnTo>
                  <a:lnTo>
                    <a:pt x="236506" y="252273"/>
                  </a:lnTo>
                  <a:lnTo>
                    <a:pt x="250817" y="249380"/>
                  </a:lnTo>
                  <a:lnTo>
                    <a:pt x="262512" y="241491"/>
                  </a:lnTo>
                  <a:lnTo>
                    <a:pt x="269422" y="231248"/>
                  </a:lnTo>
                  <a:lnTo>
                    <a:pt x="91118" y="231248"/>
                  </a:lnTo>
                  <a:lnTo>
                    <a:pt x="84090" y="224223"/>
                  </a:lnTo>
                  <a:lnTo>
                    <a:pt x="84090" y="112146"/>
                  </a:lnTo>
                  <a:lnTo>
                    <a:pt x="91118" y="105112"/>
                  </a:lnTo>
                  <a:lnTo>
                    <a:pt x="127907" y="105112"/>
                  </a:lnTo>
                  <a:lnTo>
                    <a:pt x="131788" y="102423"/>
                  </a:lnTo>
                  <a:lnTo>
                    <a:pt x="137437" y="87506"/>
                  </a:lnTo>
                  <a:lnTo>
                    <a:pt x="137570" y="86984"/>
                  </a:lnTo>
                  <a:lnTo>
                    <a:pt x="138156" y="85474"/>
                  </a:lnTo>
                  <a:lnTo>
                    <a:pt x="140127" y="84090"/>
                  </a:lnTo>
                  <a:close/>
                </a:path>
                <a:path w="336550" h="336550">
                  <a:moveTo>
                    <a:pt x="236506" y="84090"/>
                  </a:moveTo>
                  <a:lnTo>
                    <a:pt x="196169" y="84090"/>
                  </a:lnTo>
                  <a:lnTo>
                    <a:pt x="198140" y="85474"/>
                  </a:lnTo>
                  <a:lnTo>
                    <a:pt x="198928" y="87506"/>
                  </a:lnTo>
                  <a:lnTo>
                    <a:pt x="203002" y="98280"/>
                  </a:lnTo>
                  <a:lnTo>
                    <a:pt x="203779" y="100382"/>
                  </a:lnTo>
                  <a:lnTo>
                    <a:pt x="204608" y="102423"/>
                  </a:lnTo>
                  <a:lnTo>
                    <a:pt x="208450" y="105113"/>
                  </a:lnTo>
                  <a:lnTo>
                    <a:pt x="245239" y="105113"/>
                  </a:lnTo>
                  <a:lnTo>
                    <a:pt x="252273" y="112146"/>
                  </a:lnTo>
                  <a:lnTo>
                    <a:pt x="252273" y="224223"/>
                  </a:lnTo>
                  <a:lnTo>
                    <a:pt x="245239" y="231248"/>
                  </a:lnTo>
                  <a:lnTo>
                    <a:pt x="269422" y="231248"/>
                  </a:lnTo>
                  <a:lnTo>
                    <a:pt x="270402" y="229796"/>
                  </a:lnTo>
                  <a:lnTo>
                    <a:pt x="273296" y="215481"/>
                  </a:lnTo>
                  <a:lnTo>
                    <a:pt x="273296" y="120880"/>
                  </a:lnTo>
                  <a:lnTo>
                    <a:pt x="270402" y="106569"/>
                  </a:lnTo>
                  <a:lnTo>
                    <a:pt x="262512" y="94874"/>
                  </a:lnTo>
                  <a:lnTo>
                    <a:pt x="250817" y="86984"/>
                  </a:lnTo>
                  <a:lnTo>
                    <a:pt x="236506" y="84090"/>
                  </a:lnTo>
                  <a:close/>
                </a:path>
                <a:path w="336550" h="336550">
                  <a:moveTo>
                    <a:pt x="168183" y="126135"/>
                  </a:moveTo>
                  <a:lnTo>
                    <a:pt x="151817" y="129439"/>
                  </a:lnTo>
                  <a:lnTo>
                    <a:pt x="138452" y="138450"/>
                  </a:lnTo>
                  <a:lnTo>
                    <a:pt x="129442" y="151814"/>
                  </a:lnTo>
                  <a:lnTo>
                    <a:pt x="126138" y="168180"/>
                  </a:lnTo>
                  <a:lnTo>
                    <a:pt x="129442" y="184546"/>
                  </a:lnTo>
                  <a:lnTo>
                    <a:pt x="138452" y="197911"/>
                  </a:lnTo>
                  <a:lnTo>
                    <a:pt x="151817" y="206921"/>
                  </a:lnTo>
                  <a:lnTo>
                    <a:pt x="168183" y="210225"/>
                  </a:lnTo>
                  <a:lnTo>
                    <a:pt x="184549" y="206921"/>
                  </a:lnTo>
                  <a:lnTo>
                    <a:pt x="197914" y="197911"/>
                  </a:lnTo>
                  <a:lnTo>
                    <a:pt x="203785" y="189203"/>
                  </a:lnTo>
                  <a:lnTo>
                    <a:pt x="168183" y="189203"/>
                  </a:lnTo>
                  <a:lnTo>
                    <a:pt x="159998" y="187551"/>
                  </a:lnTo>
                  <a:lnTo>
                    <a:pt x="153316" y="183047"/>
                  </a:lnTo>
                  <a:lnTo>
                    <a:pt x="148812" y="176365"/>
                  </a:lnTo>
                  <a:lnTo>
                    <a:pt x="147160" y="168180"/>
                  </a:lnTo>
                  <a:lnTo>
                    <a:pt x="148812" y="159999"/>
                  </a:lnTo>
                  <a:lnTo>
                    <a:pt x="153316" y="153317"/>
                  </a:lnTo>
                  <a:lnTo>
                    <a:pt x="159998" y="148810"/>
                  </a:lnTo>
                  <a:lnTo>
                    <a:pt x="168183" y="147158"/>
                  </a:lnTo>
                  <a:lnTo>
                    <a:pt x="203784" y="147158"/>
                  </a:lnTo>
                  <a:lnTo>
                    <a:pt x="197913" y="138450"/>
                  </a:lnTo>
                  <a:lnTo>
                    <a:pt x="184549" y="129439"/>
                  </a:lnTo>
                  <a:lnTo>
                    <a:pt x="168183" y="126135"/>
                  </a:lnTo>
                  <a:close/>
                </a:path>
                <a:path w="336550" h="336550">
                  <a:moveTo>
                    <a:pt x="203784" y="147158"/>
                  </a:moveTo>
                  <a:lnTo>
                    <a:pt x="168183" y="147158"/>
                  </a:lnTo>
                  <a:lnTo>
                    <a:pt x="176364" y="148810"/>
                  </a:lnTo>
                  <a:lnTo>
                    <a:pt x="183047" y="153317"/>
                  </a:lnTo>
                  <a:lnTo>
                    <a:pt x="187553" y="159999"/>
                  </a:lnTo>
                  <a:lnTo>
                    <a:pt x="189206" y="168180"/>
                  </a:lnTo>
                  <a:lnTo>
                    <a:pt x="187553" y="176365"/>
                  </a:lnTo>
                  <a:lnTo>
                    <a:pt x="183047" y="183047"/>
                  </a:lnTo>
                  <a:lnTo>
                    <a:pt x="176364" y="187551"/>
                  </a:lnTo>
                  <a:lnTo>
                    <a:pt x="168183" y="189203"/>
                  </a:lnTo>
                  <a:lnTo>
                    <a:pt x="203785" y="189203"/>
                  </a:lnTo>
                  <a:lnTo>
                    <a:pt x="206924" y="184546"/>
                  </a:lnTo>
                  <a:lnTo>
                    <a:pt x="210228" y="168180"/>
                  </a:lnTo>
                  <a:lnTo>
                    <a:pt x="206924" y="151814"/>
                  </a:lnTo>
                  <a:lnTo>
                    <a:pt x="203784" y="147158"/>
                  </a:lnTo>
                  <a:close/>
                </a:path>
                <a:path w="336550" h="336550">
                  <a:moveTo>
                    <a:pt x="100385" y="0"/>
                  </a:moveTo>
                  <a:lnTo>
                    <a:pt x="31534" y="0"/>
                  </a:lnTo>
                  <a:lnTo>
                    <a:pt x="0" y="31533"/>
                  </a:lnTo>
                  <a:lnTo>
                    <a:pt x="0" y="100382"/>
                  </a:lnTo>
                  <a:lnTo>
                    <a:pt x="4730" y="105112"/>
                  </a:lnTo>
                  <a:lnTo>
                    <a:pt x="16292" y="105112"/>
                  </a:lnTo>
                  <a:lnTo>
                    <a:pt x="21022" y="100382"/>
                  </a:lnTo>
                  <a:lnTo>
                    <a:pt x="21022" y="25752"/>
                  </a:lnTo>
                  <a:lnTo>
                    <a:pt x="25752" y="21022"/>
                  </a:lnTo>
                  <a:lnTo>
                    <a:pt x="100385" y="21022"/>
                  </a:lnTo>
                  <a:lnTo>
                    <a:pt x="105115" y="16292"/>
                  </a:lnTo>
                  <a:lnTo>
                    <a:pt x="105115" y="4730"/>
                  </a:lnTo>
                  <a:lnTo>
                    <a:pt x="100385" y="0"/>
                  </a:lnTo>
                  <a:close/>
                </a:path>
                <a:path w="336550" h="336550">
                  <a:moveTo>
                    <a:pt x="304830" y="0"/>
                  </a:moveTo>
                  <a:lnTo>
                    <a:pt x="235981" y="0"/>
                  </a:lnTo>
                  <a:lnTo>
                    <a:pt x="231251" y="4730"/>
                  </a:lnTo>
                  <a:lnTo>
                    <a:pt x="231251" y="16292"/>
                  </a:lnTo>
                  <a:lnTo>
                    <a:pt x="235981" y="21022"/>
                  </a:lnTo>
                  <a:lnTo>
                    <a:pt x="310611" y="21022"/>
                  </a:lnTo>
                  <a:lnTo>
                    <a:pt x="315341" y="25752"/>
                  </a:lnTo>
                  <a:lnTo>
                    <a:pt x="315341" y="100383"/>
                  </a:lnTo>
                  <a:lnTo>
                    <a:pt x="320071" y="105113"/>
                  </a:lnTo>
                  <a:lnTo>
                    <a:pt x="331633" y="105113"/>
                  </a:lnTo>
                  <a:lnTo>
                    <a:pt x="336364" y="100383"/>
                  </a:lnTo>
                  <a:lnTo>
                    <a:pt x="336363" y="31534"/>
                  </a:lnTo>
                  <a:lnTo>
                    <a:pt x="333884" y="19264"/>
                  </a:lnTo>
                  <a:lnTo>
                    <a:pt x="327123" y="9240"/>
                  </a:lnTo>
                  <a:lnTo>
                    <a:pt x="317099" y="2479"/>
                  </a:lnTo>
                  <a:lnTo>
                    <a:pt x="304830" y="0"/>
                  </a:lnTo>
                  <a:close/>
                </a:path>
                <a:path w="336550" h="336550">
                  <a:moveTo>
                    <a:pt x="194067" y="63067"/>
                  </a:moveTo>
                  <a:lnTo>
                    <a:pt x="142299" y="63067"/>
                  </a:lnTo>
                  <a:lnTo>
                    <a:pt x="116152" y="84090"/>
                  </a:lnTo>
                  <a:lnTo>
                    <a:pt x="220144" y="84090"/>
                  </a:lnTo>
                  <a:lnTo>
                    <a:pt x="194067" y="63067"/>
                  </a:lnTo>
                  <a:close/>
                </a:path>
              </a:pathLst>
            </a:custGeom>
            <a:solidFill>
              <a:srgbClr val="3A35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26863" y="3136392"/>
              <a:ext cx="27940" cy="649605"/>
            </a:xfrm>
            <a:custGeom>
              <a:avLst/>
              <a:gdLst/>
              <a:ahLst/>
              <a:cxnLst/>
              <a:rect l="l" t="t" r="r" b="b"/>
              <a:pathLst>
                <a:path w="27939" h="649604">
                  <a:moveTo>
                    <a:pt x="21336" y="0"/>
                  </a:moveTo>
                  <a:lnTo>
                    <a:pt x="6096" y="0"/>
                  </a:lnTo>
                  <a:lnTo>
                    <a:pt x="0" y="6096"/>
                  </a:lnTo>
                  <a:lnTo>
                    <a:pt x="0" y="13716"/>
                  </a:lnTo>
                  <a:lnTo>
                    <a:pt x="0" y="643128"/>
                  </a:lnTo>
                  <a:lnTo>
                    <a:pt x="6096" y="649224"/>
                  </a:lnTo>
                  <a:lnTo>
                    <a:pt x="21336" y="649224"/>
                  </a:lnTo>
                  <a:lnTo>
                    <a:pt x="27432" y="643128"/>
                  </a:lnTo>
                  <a:lnTo>
                    <a:pt x="27432" y="6096"/>
                  </a:lnTo>
                  <a:lnTo>
                    <a:pt x="21336" y="0"/>
                  </a:lnTo>
                  <a:close/>
                </a:path>
              </a:pathLst>
            </a:custGeom>
            <a:solidFill>
              <a:srgbClr val="BAC2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02836" y="2903220"/>
              <a:ext cx="485140" cy="485140"/>
            </a:xfrm>
            <a:custGeom>
              <a:avLst/>
              <a:gdLst/>
              <a:ahLst/>
              <a:cxnLst/>
              <a:rect l="l" t="t" r="r" b="b"/>
              <a:pathLst>
                <a:path w="485139" h="485139">
                  <a:moveTo>
                    <a:pt x="394208" y="0"/>
                  </a:moveTo>
                  <a:lnTo>
                    <a:pt x="90424" y="0"/>
                  </a:lnTo>
                  <a:lnTo>
                    <a:pt x="55239" y="7110"/>
                  </a:lnTo>
                  <a:lnTo>
                    <a:pt x="26495" y="26495"/>
                  </a:lnTo>
                  <a:lnTo>
                    <a:pt x="7110" y="55239"/>
                  </a:lnTo>
                  <a:lnTo>
                    <a:pt x="0" y="90424"/>
                  </a:lnTo>
                  <a:lnTo>
                    <a:pt x="0" y="394207"/>
                  </a:lnTo>
                  <a:lnTo>
                    <a:pt x="7110" y="429392"/>
                  </a:lnTo>
                  <a:lnTo>
                    <a:pt x="26495" y="458136"/>
                  </a:lnTo>
                  <a:lnTo>
                    <a:pt x="55239" y="477521"/>
                  </a:lnTo>
                  <a:lnTo>
                    <a:pt x="90424" y="484631"/>
                  </a:lnTo>
                  <a:lnTo>
                    <a:pt x="394208" y="484631"/>
                  </a:lnTo>
                  <a:lnTo>
                    <a:pt x="429392" y="477521"/>
                  </a:lnTo>
                  <a:lnTo>
                    <a:pt x="458136" y="458136"/>
                  </a:lnTo>
                  <a:lnTo>
                    <a:pt x="477521" y="429392"/>
                  </a:lnTo>
                  <a:lnTo>
                    <a:pt x="484631" y="394207"/>
                  </a:lnTo>
                  <a:lnTo>
                    <a:pt x="484631" y="90424"/>
                  </a:lnTo>
                  <a:lnTo>
                    <a:pt x="477521" y="55239"/>
                  </a:lnTo>
                  <a:lnTo>
                    <a:pt x="458136" y="26495"/>
                  </a:lnTo>
                  <a:lnTo>
                    <a:pt x="429392" y="7110"/>
                  </a:lnTo>
                  <a:lnTo>
                    <a:pt x="394208" y="0"/>
                  </a:lnTo>
                  <a:close/>
                </a:path>
              </a:pathLst>
            </a:custGeom>
            <a:solidFill>
              <a:srgbClr val="D4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402836" y="2903220"/>
              <a:ext cx="485140" cy="485140"/>
            </a:xfrm>
            <a:custGeom>
              <a:avLst/>
              <a:gdLst/>
              <a:ahLst/>
              <a:cxnLst/>
              <a:rect l="l" t="t" r="r" b="b"/>
              <a:pathLst>
                <a:path w="485139" h="485139">
                  <a:moveTo>
                    <a:pt x="0" y="90424"/>
                  </a:moveTo>
                  <a:lnTo>
                    <a:pt x="7110" y="55239"/>
                  </a:lnTo>
                  <a:lnTo>
                    <a:pt x="26495" y="26495"/>
                  </a:lnTo>
                  <a:lnTo>
                    <a:pt x="55239" y="7110"/>
                  </a:lnTo>
                  <a:lnTo>
                    <a:pt x="90424" y="0"/>
                  </a:lnTo>
                  <a:lnTo>
                    <a:pt x="394208" y="0"/>
                  </a:lnTo>
                  <a:lnTo>
                    <a:pt x="429392" y="7110"/>
                  </a:lnTo>
                  <a:lnTo>
                    <a:pt x="458136" y="26495"/>
                  </a:lnTo>
                  <a:lnTo>
                    <a:pt x="477521" y="55239"/>
                  </a:lnTo>
                  <a:lnTo>
                    <a:pt x="484631" y="90424"/>
                  </a:lnTo>
                  <a:lnTo>
                    <a:pt x="484631" y="394207"/>
                  </a:lnTo>
                  <a:lnTo>
                    <a:pt x="477521" y="429392"/>
                  </a:lnTo>
                  <a:lnTo>
                    <a:pt x="458136" y="458136"/>
                  </a:lnTo>
                  <a:lnTo>
                    <a:pt x="429392" y="477521"/>
                  </a:lnTo>
                  <a:lnTo>
                    <a:pt x="394208" y="484631"/>
                  </a:lnTo>
                  <a:lnTo>
                    <a:pt x="90424" y="484631"/>
                  </a:lnTo>
                  <a:lnTo>
                    <a:pt x="55239" y="477521"/>
                  </a:lnTo>
                  <a:lnTo>
                    <a:pt x="26495" y="458136"/>
                  </a:lnTo>
                  <a:lnTo>
                    <a:pt x="7110" y="429392"/>
                  </a:lnTo>
                  <a:lnTo>
                    <a:pt x="0" y="394207"/>
                  </a:lnTo>
                  <a:lnTo>
                    <a:pt x="0" y="90424"/>
                  </a:lnTo>
                  <a:close/>
                </a:path>
              </a:pathLst>
            </a:custGeom>
            <a:ln w="7620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85349" y="2987455"/>
              <a:ext cx="310515" cy="306705"/>
            </a:xfrm>
            <a:custGeom>
              <a:avLst/>
              <a:gdLst/>
              <a:ahLst/>
              <a:cxnLst/>
              <a:rect l="l" t="t" r="r" b="b"/>
              <a:pathLst>
                <a:path w="310514" h="306704">
                  <a:moveTo>
                    <a:pt x="82823" y="28584"/>
                  </a:moveTo>
                  <a:lnTo>
                    <a:pt x="60967" y="13523"/>
                  </a:lnTo>
                  <a:lnTo>
                    <a:pt x="56636" y="13937"/>
                  </a:lnTo>
                  <a:lnTo>
                    <a:pt x="41035" y="30581"/>
                  </a:lnTo>
                  <a:lnTo>
                    <a:pt x="39987" y="36870"/>
                  </a:lnTo>
                </a:path>
                <a:path w="310514" h="306704">
                  <a:moveTo>
                    <a:pt x="125130" y="28315"/>
                  </a:moveTo>
                  <a:lnTo>
                    <a:pt x="104793" y="13642"/>
                  </a:lnTo>
                  <a:lnTo>
                    <a:pt x="101813" y="13862"/>
                  </a:lnTo>
                  <a:lnTo>
                    <a:pt x="86387" y="23716"/>
                  </a:lnTo>
                  <a:lnTo>
                    <a:pt x="82823" y="28584"/>
                  </a:lnTo>
                </a:path>
                <a:path w="310514" h="306704">
                  <a:moveTo>
                    <a:pt x="39604" y="36606"/>
                  </a:moveTo>
                  <a:lnTo>
                    <a:pt x="20026" y="27430"/>
                  </a:lnTo>
                  <a:lnTo>
                    <a:pt x="17582" y="27606"/>
                  </a:lnTo>
                  <a:lnTo>
                    <a:pt x="162" y="45734"/>
                  </a:lnTo>
                  <a:lnTo>
                    <a:pt x="0" y="49519"/>
                  </a:lnTo>
                </a:path>
                <a:path w="310514" h="306704">
                  <a:moveTo>
                    <a:pt x="161390" y="244608"/>
                  </a:moveTo>
                  <a:lnTo>
                    <a:pt x="198746" y="253305"/>
                  </a:lnTo>
                  <a:lnTo>
                    <a:pt x="206386" y="253428"/>
                  </a:lnTo>
                  <a:lnTo>
                    <a:pt x="214044" y="252979"/>
                  </a:lnTo>
                  <a:lnTo>
                    <a:pt x="256228" y="238671"/>
                  </a:lnTo>
                  <a:lnTo>
                    <a:pt x="289025" y="206575"/>
                  </a:lnTo>
                  <a:lnTo>
                    <a:pt x="304978" y="170849"/>
                  </a:lnTo>
                  <a:lnTo>
                    <a:pt x="310412" y="131530"/>
                  </a:lnTo>
                  <a:lnTo>
                    <a:pt x="310479" y="124066"/>
                  </a:lnTo>
                  <a:lnTo>
                    <a:pt x="310369" y="115881"/>
                  </a:lnTo>
                  <a:lnTo>
                    <a:pt x="302483" y="76347"/>
                  </a:lnTo>
                  <a:lnTo>
                    <a:pt x="283805" y="41778"/>
                  </a:lnTo>
                  <a:lnTo>
                    <a:pt x="250991" y="13352"/>
                  </a:lnTo>
                  <a:lnTo>
                    <a:pt x="208912" y="462"/>
                  </a:lnTo>
                  <a:lnTo>
                    <a:pt x="201285" y="0"/>
                  </a:lnTo>
                  <a:lnTo>
                    <a:pt x="193627" y="57"/>
                  </a:lnTo>
                  <a:lnTo>
                    <a:pt x="151400" y="10764"/>
                  </a:lnTo>
                  <a:lnTo>
                    <a:pt x="135061" y="21218"/>
                  </a:lnTo>
                  <a:lnTo>
                    <a:pt x="125130" y="28315"/>
                  </a:lnTo>
                </a:path>
                <a:path w="310514" h="306704">
                  <a:moveTo>
                    <a:pt x="26" y="220495"/>
                  </a:moveTo>
                  <a:lnTo>
                    <a:pt x="618" y="227930"/>
                  </a:lnTo>
                  <a:lnTo>
                    <a:pt x="1443" y="235000"/>
                  </a:lnTo>
                  <a:lnTo>
                    <a:pt x="2511" y="241825"/>
                  </a:lnTo>
                  <a:lnTo>
                    <a:pt x="3833" y="248525"/>
                  </a:lnTo>
                  <a:lnTo>
                    <a:pt x="6138" y="256103"/>
                  </a:lnTo>
                </a:path>
                <a:path w="310514" h="306704">
                  <a:moveTo>
                    <a:pt x="174122" y="228633"/>
                  </a:moveTo>
                  <a:lnTo>
                    <a:pt x="177969" y="222331"/>
                  </a:lnTo>
                  <a:lnTo>
                    <a:pt x="180072" y="216975"/>
                  </a:lnTo>
                  <a:lnTo>
                    <a:pt x="180935" y="212402"/>
                  </a:lnTo>
                  <a:lnTo>
                    <a:pt x="180983" y="209115"/>
                  </a:lnTo>
                  <a:lnTo>
                    <a:pt x="180719" y="206602"/>
                  </a:lnTo>
                  <a:lnTo>
                    <a:pt x="162085" y="189544"/>
                  </a:lnTo>
                  <a:lnTo>
                    <a:pt x="156434" y="189742"/>
                  </a:lnTo>
                  <a:lnTo>
                    <a:pt x="134218" y="203886"/>
                  </a:lnTo>
                  <a:lnTo>
                    <a:pt x="125539" y="212939"/>
                  </a:lnTo>
                </a:path>
                <a:path w="310514" h="306704">
                  <a:moveTo>
                    <a:pt x="176882" y="111634"/>
                  </a:moveTo>
                  <a:lnTo>
                    <a:pt x="176882" y="119987"/>
                  </a:lnTo>
                  <a:lnTo>
                    <a:pt x="170108" y="126760"/>
                  </a:lnTo>
                  <a:lnTo>
                    <a:pt x="161755" y="126760"/>
                  </a:lnTo>
                  <a:lnTo>
                    <a:pt x="153402" y="126760"/>
                  </a:lnTo>
                  <a:lnTo>
                    <a:pt x="146629" y="119987"/>
                  </a:lnTo>
                  <a:lnTo>
                    <a:pt x="146629" y="111634"/>
                  </a:lnTo>
                  <a:lnTo>
                    <a:pt x="146629" y="103276"/>
                  </a:lnTo>
                  <a:lnTo>
                    <a:pt x="153402" y="96508"/>
                  </a:lnTo>
                  <a:lnTo>
                    <a:pt x="161755" y="96508"/>
                  </a:lnTo>
                  <a:lnTo>
                    <a:pt x="170108" y="96508"/>
                  </a:lnTo>
                  <a:lnTo>
                    <a:pt x="176882" y="103276"/>
                  </a:lnTo>
                  <a:lnTo>
                    <a:pt x="176882" y="111634"/>
                  </a:lnTo>
                  <a:close/>
                </a:path>
                <a:path w="310514" h="306704">
                  <a:moveTo>
                    <a:pt x="82572" y="135522"/>
                  </a:moveTo>
                  <a:lnTo>
                    <a:pt x="82823" y="28584"/>
                  </a:lnTo>
                </a:path>
                <a:path w="310514" h="306704">
                  <a:moveTo>
                    <a:pt x="125539" y="212939"/>
                  </a:moveTo>
                  <a:lnTo>
                    <a:pt x="125130" y="28315"/>
                  </a:lnTo>
                </a:path>
                <a:path w="310514" h="306704">
                  <a:moveTo>
                    <a:pt x="39785" y="38204"/>
                  </a:moveTo>
                  <a:lnTo>
                    <a:pt x="40793" y="135095"/>
                  </a:lnTo>
                </a:path>
                <a:path w="310514" h="306704">
                  <a:moveTo>
                    <a:pt x="0" y="49519"/>
                  </a:moveTo>
                  <a:lnTo>
                    <a:pt x="26" y="220495"/>
                  </a:lnTo>
                </a:path>
                <a:path w="310514" h="306704">
                  <a:moveTo>
                    <a:pt x="268441" y="111995"/>
                  </a:moveTo>
                  <a:lnTo>
                    <a:pt x="268441" y="120295"/>
                  </a:lnTo>
                  <a:lnTo>
                    <a:pt x="261712" y="127024"/>
                  </a:lnTo>
                  <a:lnTo>
                    <a:pt x="253411" y="127024"/>
                  </a:lnTo>
                  <a:lnTo>
                    <a:pt x="245111" y="127024"/>
                  </a:lnTo>
                  <a:lnTo>
                    <a:pt x="238382" y="120295"/>
                  </a:lnTo>
                  <a:lnTo>
                    <a:pt x="238382" y="111995"/>
                  </a:lnTo>
                  <a:lnTo>
                    <a:pt x="238382" y="103695"/>
                  </a:lnTo>
                  <a:lnTo>
                    <a:pt x="245111" y="96966"/>
                  </a:lnTo>
                  <a:lnTo>
                    <a:pt x="253411" y="96966"/>
                  </a:lnTo>
                  <a:lnTo>
                    <a:pt x="261712" y="96966"/>
                  </a:lnTo>
                  <a:lnTo>
                    <a:pt x="268441" y="103695"/>
                  </a:lnTo>
                  <a:lnTo>
                    <a:pt x="268441" y="111995"/>
                  </a:lnTo>
                  <a:close/>
                </a:path>
                <a:path w="310514" h="306704">
                  <a:moveTo>
                    <a:pt x="262825" y="123798"/>
                  </a:moveTo>
                  <a:lnTo>
                    <a:pt x="264449" y="122636"/>
                  </a:lnTo>
                </a:path>
                <a:path w="310514" h="306704">
                  <a:moveTo>
                    <a:pt x="173079" y="167169"/>
                  </a:moveTo>
                  <a:lnTo>
                    <a:pt x="186275" y="178448"/>
                  </a:lnTo>
                  <a:lnTo>
                    <a:pt x="202220" y="183613"/>
                  </a:lnTo>
                  <a:lnTo>
                    <a:pt x="218938" y="182425"/>
                  </a:lnTo>
                  <a:lnTo>
                    <a:pt x="234456" y="174642"/>
                  </a:lnTo>
                  <a:lnTo>
                    <a:pt x="237334" y="172384"/>
                  </a:lnTo>
                  <a:lnTo>
                    <a:pt x="239922" y="169775"/>
                  </a:lnTo>
                  <a:lnTo>
                    <a:pt x="242153" y="166874"/>
                  </a:lnTo>
                </a:path>
                <a:path w="310514" h="306704">
                  <a:moveTo>
                    <a:pt x="6143" y="256099"/>
                  </a:moveTo>
                  <a:lnTo>
                    <a:pt x="20072" y="281372"/>
                  </a:lnTo>
                  <a:lnTo>
                    <a:pt x="41855" y="298740"/>
                  </a:lnTo>
                  <a:lnTo>
                    <a:pt x="68561" y="306672"/>
                  </a:lnTo>
                  <a:lnTo>
                    <a:pt x="97258" y="303639"/>
                  </a:lnTo>
                  <a:lnTo>
                    <a:pt x="107763" y="299414"/>
                  </a:lnTo>
                  <a:lnTo>
                    <a:pt x="117428" y="293647"/>
                  </a:lnTo>
                  <a:lnTo>
                    <a:pt x="126086" y="286458"/>
                  </a:lnTo>
                  <a:lnTo>
                    <a:pt x="133571" y="277963"/>
                  </a:lnTo>
                </a:path>
                <a:path w="310514" h="306704">
                  <a:moveTo>
                    <a:pt x="133787" y="278130"/>
                  </a:moveTo>
                  <a:lnTo>
                    <a:pt x="174122" y="228633"/>
                  </a:lnTo>
                </a:path>
              </a:pathLst>
            </a:custGeom>
            <a:ln w="13759">
              <a:solidFill>
                <a:srgbClr val="3A35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96911" y="3136392"/>
              <a:ext cx="36830" cy="649605"/>
            </a:xfrm>
            <a:custGeom>
              <a:avLst/>
              <a:gdLst/>
              <a:ahLst/>
              <a:cxnLst/>
              <a:rect l="l" t="t" r="r" b="b"/>
              <a:pathLst>
                <a:path w="36829" h="649604">
                  <a:moveTo>
                    <a:pt x="18288" y="0"/>
                  </a:moveTo>
                  <a:lnTo>
                    <a:pt x="11144" y="1428"/>
                  </a:lnTo>
                  <a:lnTo>
                    <a:pt x="5334" y="5334"/>
                  </a:lnTo>
                  <a:lnTo>
                    <a:pt x="1428" y="11144"/>
                  </a:lnTo>
                  <a:lnTo>
                    <a:pt x="0" y="18287"/>
                  </a:lnTo>
                  <a:lnTo>
                    <a:pt x="0" y="630936"/>
                  </a:lnTo>
                  <a:lnTo>
                    <a:pt x="1428" y="638079"/>
                  </a:lnTo>
                  <a:lnTo>
                    <a:pt x="5334" y="643889"/>
                  </a:lnTo>
                  <a:lnTo>
                    <a:pt x="11144" y="647795"/>
                  </a:lnTo>
                  <a:lnTo>
                    <a:pt x="18288" y="649224"/>
                  </a:lnTo>
                  <a:lnTo>
                    <a:pt x="25431" y="647795"/>
                  </a:lnTo>
                  <a:lnTo>
                    <a:pt x="31242" y="643889"/>
                  </a:lnTo>
                  <a:lnTo>
                    <a:pt x="35147" y="638079"/>
                  </a:lnTo>
                  <a:lnTo>
                    <a:pt x="36576" y="630936"/>
                  </a:lnTo>
                  <a:lnTo>
                    <a:pt x="36576" y="18287"/>
                  </a:lnTo>
                  <a:lnTo>
                    <a:pt x="35147" y="11144"/>
                  </a:lnTo>
                  <a:lnTo>
                    <a:pt x="31242" y="5334"/>
                  </a:lnTo>
                  <a:lnTo>
                    <a:pt x="25431" y="1428"/>
                  </a:lnTo>
                  <a:lnTo>
                    <a:pt x="18288" y="0"/>
                  </a:lnTo>
                  <a:close/>
                </a:path>
              </a:pathLst>
            </a:custGeom>
            <a:solidFill>
              <a:srgbClr val="BAC2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72884" y="2903220"/>
              <a:ext cx="494030" cy="485140"/>
            </a:xfrm>
            <a:custGeom>
              <a:avLst/>
              <a:gdLst/>
              <a:ahLst/>
              <a:cxnLst/>
              <a:rect l="l" t="t" r="r" b="b"/>
              <a:pathLst>
                <a:path w="494029" h="485139">
                  <a:moveTo>
                    <a:pt x="403351" y="0"/>
                  </a:moveTo>
                  <a:lnTo>
                    <a:pt x="90424" y="0"/>
                  </a:lnTo>
                  <a:lnTo>
                    <a:pt x="55239" y="7110"/>
                  </a:lnTo>
                  <a:lnTo>
                    <a:pt x="26495" y="26495"/>
                  </a:lnTo>
                  <a:lnTo>
                    <a:pt x="7110" y="55239"/>
                  </a:lnTo>
                  <a:lnTo>
                    <a:pt x="0" y="90424"/>
                  </a:lnTo>
                  <a:lnTo>
                    <a:pt x="0" y="394207"/>
                  </a:lnTo>
                  <a:lnTo>
                    <a:pt x="7110" y="429392"/>
                  </a:lnTo>
                  <a:lnTo>
                    <a:pt x="26495" y="458136"/>
                  </a:lnTo>
                  <a:lnTo>
                    <a:pt x="55239" y="477521"/>
                  </a:lnTo>
                  <a:lnTo>
                    <a:pt x="90424" y="484631"/>
                  </a:lnTo>
                  <a:lnTo>
                    <a:pt x="403351" y="484631"/>
                  </a:lnTo>
                  <a:lnTo>
                    <a:pt x="438536" y="477521"/>
                  </a:lnTo>
                  <a:lnTo>
                    <a:pt x="467280" y="458136"/>
                  </a:lnTo>
                  <a:lnTo>
                    <a:pt x="486665" y="429392"/>
                  </a:lnTo>
                  <a:lnTo>
                    <a:pt x="493775" y="394207"/>
                  </a:lnTo>
                  <a:lnTo>
                    <a:pt x="493775" y="90424"/>
                  </a:lnTo>
                  <a:lnTo>
                    <a:pt x="486665" y="55239"/>
                  </a:lnTo>
                  <a:lnTo>
                    <a:pt x="467280" y="26495"/>
                  </a:lnTo>
                  <a:lnTo>
                    <a:pt x="438536" y="7110"/>
                  </a:lnTo>
                  <a:lnTo>
                    <a:pt x="403351" y="0"/>
                  </a:lnTo>
                  <a:close/>
                </a:path>
              </a:pathLst>
            </a:custGeom>
            <a:solidFill>
              <a:srgbClr val="D4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072884" y="2903220"/>
              <a:ext cx="494030" cy="485140"/>
            </a:xfrm>
            <a:custGeom>
              <a:avLst/>
              <a:gdLst/>
              <a:ahLst/>
              <a:cxnLst/>
              <a:rect l="l" t="t" r="r" b="b"/>
              <a:pathLst>
                <a:path w="494029" h="485139">
                  <a:moveTo>
                    <a:pt x="0" y="90424"/>
                  </a:moveTo>
                  <a:lnTo>
                    <a:pt x="7110" y="55239"/>
                  </a:lnTo>
                  <a:lnTo>
                    <a:pt x="26495" y="26495"/>
                  </a:lnTo>
                  <a:lnTo>
                    <a:pt x="55239" y="7110"/>
                  </a:lnTo>
                  <a:lnTo>
                    <a:pt x="90424" y="0"/>
                  </a:lnTo>
                  <a:lnTo>
                    <a:pt x="403351" y="0"/>
                  </a:lnTo>
                  <a:lnTo>
                    <a:pt x="438536" y="7110"/>
                  </a:lnTo>
                  <a:lnTo>
                    <a:pt x="467280" y="26495"/>
                  </a:lnTo>
                  <a:lnTo>
                    <a:pt x="486665" y="55239"/>
                  </a:lnTo>
                  <a:lnTo>
                    <a:pt x="493775" y="90424"/>
                  </a:lnTo>
                  <a:lnTo>
                    <a:pt x="493775" y="394207"/>
                  </a:lnTo>
                  <a:lnTo>
                    <a:pt x="486665" y="429392"/>
                  </a:lnTo>
                  <a:lnTo>
                    <a:pt x="467280" y="458136"/>
                  </a:lnTo>
                  <a:lnTo>
                    <a:pt x="438536" y="477521"/>
                  </a:lnTo>
                  <a:lnTo>
                    <a:pt x="403351" y="484631"/>
                  </a:lnTo>
                  <a:lnTo>
                    <a:pt x="90424" y="484631"/>
                  </a:lnTo>
                  <a:lnTo>
                    <a:pt x="55239" y="477521"/>
                  </a:lnTo>
                  <a:lnTo>
                    <a:pt x="26495" y="458136"/>
                  </a:lnTo>
                  <a:lnTo>
                    <a:pt x="7110" y="429392"/>
                  </a:lnTo>
                  <a:lnTo>
                    <a:pt x="0" y="394207"/>
                  </a:lnTo>
                  <a:lnTo>
                    <a:pt x="0" y="90424"/>
                  </a:lnTo>
                  <a:close/>
                </a:path>
              </a:pathLst>
            </a:custGeom>
            <a:ln w="7619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66153" y="2996922"/>
              <a:ext cx="315583" cy="17700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155771" y="3090961"/>
              <a:ext cx="317500" cy="187325"/>
            </a:xfrm>
            <a:custGeom>
              <a:avLst/>
              <a:gdLst/>
              <a:ahLst/>
              <a:cxnLst/>
              <a:rect l="l" t="t" r="r" b="b"/>
              <a:pathLst>
                <a:path w="317500" h="187325">
                  <a:moveTo>
                    <a:pt x="64895" y="110665"/>
                  </a:moveTo>
                  <a:lnTo>
                    <a:pt x="14212" y="110731"/>
                  </a:lnTo>
                </a:path>
                <a:path w="317500" h="187325">
                  <a:moveTo>
                    <a:pt x="65157" y="186836"/>
                  </a:moveTo>
                  <a:lnTo>
                    <a:pt x="64895" y="110665"/>
                  </a:lnTo>
                </a:path>
                <a:path w="317500" h="187325">
                  <a:moveTo>
                    <a:pt x="316441" y="186816"/>
                  </a:moveTo>
                  <a:lnTo>
                    <a:pt x="0" y="186854"/>
                  </a:lnTo>
                </a:path>
                <a:path w="317500" h="187325">
                  <a:moveTo>
                    <a:pt x="14212" y="110731"/>
                  </a:moveTo>
                  <a:lnTo>
                    <a:pt x="14087" y="186839"/>
                  </a:lnTo>
                </a:path>
                <a:path w="317500" h="187325">
                  <a:moveTo>
                    <a:pt x="232166" y="85017"/>
                  </a:moveTo>
                  <a:lnTo>
                    <a:pt x="181434" y="84977"/>
                  </a:lnTo>
                </a:path>
                <a:path w="317500" h="187325">
                  <a:moveTo>
                    <a:pt x="232329" y="186834"/>
                  </a:moveTo>
                  <a:lnTo>
                    <a:pt x="232166" y="85017"/>
                  </a:lnTo>
                </a:path>
                <a:path w="317500" h="187325">
                  <a:moveTo>
                    <a:pt x="181434" y="84977"/>
                  </a:moveTo>
                  <a:lnTo>
                    <a:pt x="181343" y="186815"/>
                  </a:lnTo>
                </a:path>
                <a:path w="317500" h="187325">
                  <a:moveTo>
                    <a:pt x="148899" y="55707"/>
                  </a:moveTo>
                  <a:lnTo>
                    <a:pt x="97421" y="55944"/>
                  </a:lnTo>
                </a:path>
                <a:path w="317500" h="187325">
                  <a:moveTo>
                    <a:pt x="148899" y="55707"/>
                  </a:moveTo>
                  <a:lnTo>
                    <a:pt x="148899" y="186840"/>
                  </a:lnTo>
                </a:path>
                <a:path w="317500" h="187325">
                  <a:moveTo>
                    <a:pt x="97480" y="186833"/>
                  </a:moveTo>
                  <a:lnTo>
                    <a:pt x="97421" y="55944"/>
                  </a:lnTo>
                </a:path>
                <a:path w="317500" h="187325">
                  <a:moveTo>
                    <a:pt x="316911" y="409"/>
                  </a:moveTo>
                  <a:lnTo>
                    <a:pt x="265460" y="0"/>
                  </a:lnTo>
                </a:path>
                <a:path w="317500" h="187325">
                  <a:moveTo>
                    <a:pt x="316911" y="409"/>
                  </a:moveTo>
                  <a:lnTo>
                    <a:pt x="316441" y="186816"/>
                  </a:lnTo>
                </a:path>
                <a:path w="317500" h="187325">
                  <a:moveTo>
                    <a:pt x="265465" y="186829"/>
                  </a:moveTo>
                  <a:lnTo>
                    <a:pt x="265460" y="0"/>
                  </a:lnTo>
                </a:path>
              </a:pathLst>
            </a:custGeom>
            <a:ln w="13942">
              <a:solidFill>
                <a:srgbClr val="3A35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976104" y="3136392"/>
              <a:ext cx="27940" cy="649605"/>
            </a:xfrm>
            <a:custGeom>
              <a:avLst/>
              <a:gdLst/>
              <a:ahLst/>
              <a:cxnLst/>
              <a:rect l="l" t="t" r="r" b="b"/>
              <a:pathLst>
                <a:path w="27940" h="649604">
                  <a:moveTo>
                    <a:pt x="21336" y="0"/>
                  </a:moveTo>
                  <a:lnTo>
                    <a:pt x="6096" y="0"/>
                  </a:lnTo>
                  <a:lnTo>
                    <a:pt x="0" y="6096"/>
                  </a:lnTo>
                  <a:lnTo>
                    <a:pt x="0" y="13716"/>
                  </a:lnTo>
                  <a:lnTo>
                    <a:pt x="0" y="643128"/>
                  </a:lnTo>
                  <a:lnTo>
                    <a:pt x="6096" y="649224"/>
                  </a:lnTo>
                  <a:lnTo>
                    <a:pt x="21336" y="649224"/>
                  </a:lnTo>
                  <a:lnTo>
                    <a:pt x="27431" y="643128"/>
                  </a:lnTo>
                  <a:lnTo>
                    <a:pt x="27431" y="6096"/>
                  </a:lnTo>
                  <a:lnTo>
                    <a:pt x="21336" y="0"/>
                  </a:lnTo>
                  <a:close/>
                </a:path>
              </a:pathLst>
            </a:custGeom>
            <a:solidFill>
              <a:srgbClr val="BAC2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752075" y="2903220"/>
              <a:ext cx="485140" cy="485140"/>
            </a:xfrm>
            <a:custGeom>
              <a:avLst/>
              <a:gdLst/>
              <a:ahLst/>
              <a:cxnLst/>
              <a:rect l="l" t="t" r="r" b="b"/>
              <a:pathLst>
                <a:path w="485140" h="485139">
                  <a:moveTo>
                    <a:pt x="394207" y="0"/>
                  </a:moveTo>
                  <a:lnTo>
                    <a:pt x="90424" y="0"/>
                  </a:lnTo>
                  <a:lnTo>
                    <a:pt x="55239" y="7110"/>
                  </a:lnTo>
                  <a:lnTo>
                    <a:pt x="26495" y="26495"/>
                  </a:lnTo>
                  <a:lnTo>
                    <a:pt x="7110" y="55239"/>
                  </a:lnTo>
                  <a:lnTo>
                    <a:pt x="0" y="90424"/>
                  </a:lnTo>
                  <a:lnTo>
                    <a:pt x="0" y="394207"/>
                  </a:lnTo>
                  <a:lnTo>
                    <a:pt x="7110" y="429392"/>
                  </a:lnTo>
                  <a:lnTo>
                    <a:pt x="26495" y="458136"/>
                  </a:lnTo>
                  <a:lnTo>
                    <a:pt x="55239" y="477521"/>
                  </a:lnTo>
                  <a:lnTo>
                    <a:pt x="90424" y="484631"/>
                  </a:lnTo>
                  <a:lnTo>
                    <a:pt x="394207" y="484631"/>
                  </a:lnTo>
                  <a:lnTo>
                    <a:pt x="429392" y="477521"/>
                  </a:lnTo>
                  <a:lnTo>
                    <a:pt x="458136" y="458136"/>
                  </a:lnTo>
                  <a:lnTo>
                    <a:pt x="477521" y="429392"/>
                  </a:lnTo>
                  <a:lnTo>
                    <a:pt x="484631" y="394207"/>
                  </a:lnTo>
                  <a:lnTo>
                    <a:pt x="484631" y="90424"/>
                  </a:lnTo>
                  <a:lnTo>
                    <a:pt x="477521" y="55239"/>
                  </a:lnTo>
                  <a:lnTo>
                    <a:pt x="458136" y="26495"/>
                  </a:lnTo>
                  <a:lnTo>
                    <a:pt x="429392" y="7110"/>
                  </a:lnTo>
                  <a:lnTo>
                    <a:pt x="394207" y="0"/>
                  </a:lnTo>
                  <a:close/>
                </a:path>
              </a:pathLst>
            </a:custGeom>
            <a:solidFill>
              <a:srgbClr val="D4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752075" y="2903220"/>
              <a:ext cx="485140" cy="485140"/>
            </a:xfrm>
            <a:custGeom>
              <a:avLst/>
              <a:gdLst/>
              <a:ahLst/>
              <a:cxnLst/>
              <a:rect l="l" t="t" r="r" b="b"/>
              <a:pathLst>
                <a:path w="485140" h="485139">
                  <a:moveTo>
                    <a:pt x="0" y="90424"/>
                  </a:moveTo>
                  <a:lnTo>
                    <a:pt x="7110" y="55239"/>
                  </a:lnTo>
                  <a:lnTo>
                    <a:pt x="26495" y="26495"/>
                  </a:lnTo>
                  <a:lnTo>
                    <a:pt x="55239" y="7110"/>
                  </a:lnTo>
                  <a:lnTo>
                    <a:pt x="90424" y="0"/>
                  </a:lnTo>
                  <a:lnTo>
                    <a:pt x="394207" y="0"/>
                  </a:lnTo>
                  <a:lnTo>
                    <a:pt x="429392" y="7110"/>
                  </a:lnTo>
                  <a:lnTo>
                    <a:pt x="458136" y="26495"/>
                  </a:lnTo>
                  <a:lnTo>
                    <a:pt x="477521" y="55239"/>
                  </a:lnTo>
                  <a:lnTo>
                    <a:pt x="484631" y="90424"/>
                  </a:lnTo>
                  <a:lnTo>
                    <a:pt x="484631" y="394207"/>
                  </a:lnTo>
                  <a:lnTo>
                    <a:pt x="477521" y="429392"/>
                  </a:lnTo>
                  <a:lnTo>
                    <a:pt x="458136" y="458136"/>
                  </a:lnTo>
                  <a:lnTo>
                    <a:pt x="429392" y="477521"/>
                  </a:lnTo>
                  <a:lnTo>
                    <a:pt x="394207" y="484631"/>
                  </a:lnTo>
                  <a:lnTo>
                    <a:pt x="90424" y="484631"/>
                  </a:lnTo>
                  <a:lnTo>
                    <a:pt x="55239" y="477521"/>
                  </a:lnTo>
                  <a:lnTo>
                    <a:pt x="26495" y="458136"/>
                  </a:lnTo>
                  <a:lnTo>
                    <a:pt x="7110" y="429392"/>
                  </a:lnTo>
                  <a:lnTo>
                    <a:pt x="0" y="394207"/>
                  </a:lnTo>
                  <a:lnTo>
                    <a:pt x="0" y="90424"/>
                  </a:lnTo>
                  <a:close/>
                </a:path>
              </a:pathLst>
            </a:custGeom>
            <a:ln w="7620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27398" y="2978647"/>
              <a:ext cx="324476" cy="32448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2655295" y="3136392"/>
              <a:ext cx="27940" cy="649605"/>
            </a:xfrm>
            <a:custGeom>
              <a:avLst/>
              <a:gdLst/>
              <a:ahLst/>
              <a:cxnLst/>
              <a:rect l="l" t="t" r="r" b="b"/>
              <a:pathLst>
                <a:path w="27940" h="649604">
                  <a:moveTo>
                    <a:pt x="21335" y="0"/>
                  </a:moveTo>
                  <a:lnTo>
                    <a:pt x="6096" y="0"/>
                  </a:lnTo>
                  <a:lnTo>
                    <a:pt x="0" y="6096"/>
                  </a:lnTo>
                  <a:lnTo>
                    <a:pt x="0" y="13716"/>
                  </a:lnTo>
                  <a:lnTo>
                    <a:pt x="0" y="643128"/>
                  </a:lnTo>
                  <a:lnTo>
                    <a:pt x="6096" y="649224"/>
                  </a:lnTo>
                  <a:lnTo>
                    <a:pt x="21335" y="649224"/>
                  </a:lnTo>
                  <a:lnTo>
                    <a:pt x="27431" y="643128"/>
                  </a:lnTo>
                  <a:lnTo>
                    <a:pt x="27431" y="6096"/>
                  </a:lnTo>
                  <a:lnTo>
                    <a:pt x="21335" y="0"/>
                  </a:lnTo>
                  <a:close/>
                </a:path>
              </a:pathLst>
            </a:custGeom>
            <a:solidFill>
              <a:srgbClr val="BAC2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2431268" y="2903220"/>
              <a:ext cx="485140" cy="485140"/>
            </a:xfrm>
            <a:custGeom>
              <a:avLst/>
              <a:gdLst/>
              <a:ahLst/>
              <a:cxnLst/>
              <a:rect l="l" t="t" r="r" b="b"/>
              <a:pathLst>
                <a:path w="485140" h="485139">
                  <a:moveTo>
                    <a:pt x="394207" y="0"/>
                  </a:moveTo>
                  <a:lnTo>
                    <a:pt x="90424" y="0"/>
                  </a:lnTo>
                  <a:lnTo>
                    <a:pt x="55239" y="7110"/>
                  </a:lnTo>
                  <a:lnTo>
                    <a:pt x="26495" y="26495"/>
                  </a:lnTo>
                  <a:lnTo>
                    <a:pt x="7110" y="55239"/>
                  </a:lnTo>
                  <a:lnTo>
                    <a:pt x="0" y="90424"/>
                  </a:lnTo>
                  <a:lnTo>
                    <a:pt x="0" y="394207"/>
                  </a:lnTo>
                  <a:lnTo>
                    <a:pt x="7110" y="429392"/>
                  </a:lnTo>
                  <a:lnTo>
                    <a:pt x="26495" y="458136"/>
                  </a:lnTo>
                  <a:lnTo>
                    <a:pt x="55239" y="477521"/>
                  </a:lnTo>
                  <a:lnTo>
                    <a:pt x="90424" y="484631"/>
                  </a:lnTo>
                  <a:lnTo>
                    <a:pt x="394207" y="484631"/>
                  </a:lnTo>
                  <a:lnTo>
                    <a:pt x="429392" y="477521"/>
                  </a:lnTo>
                  <a:lnTo>
                    <a:pt x="458136" y="458136"/>
                  </a:lnTo>
                  <a:lnTo>
                    <a:pt x="477521" y="429392"/>
                  </a:lnTo>
                  <a:lnTo>
                    <a:pt x="484631" y="394207"/>
                  </a:lnTo>
                  <a:lnTo>
                    <a:pt x="484631" y="90424"/>
                  </a:lnTo>
                  <a:lnTo>
                    <a:pt x="477521" y="55239"/>
                  </a:lnTo>
                  <a:lnTo>
                    <a:pt x="458136" y="26495"/>
                  </a:lnTo>
                  <a:lnTo>
                    <a:pt x="429392" y="7110"/>
                  </a:lnTo>
                  <a:lnTo>
                    <a:pt x="394207" y="0"/>
                  </a:lnTo>
                  <a:close/>
                </a:path>
              </a:pathLst>
            </a:custGeom>
            <a:solidFill>
              <a:srgbClr val="D4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2431268" y="2903220"/>
              <a:ext cx="485140" cy="485140"/>
            </a:xfrm>
            <a:custGeom>
              <a:avLst/>
              <a:gdLst/>
              <a:ahLst/>
              <a:cxnLst/>
              <a:rect l="l" t="t" r="r" b="b"/>
              <a:pathLst>
                <a:path w="485140" h="485139">
                  <a:moveTo>
                    <a:pt x="0" y="90424"/>
                  </a:moveTo>
                  <a:lnTo>
                    <a:pt x="7110" y="55239"/>
                  </a:lnTo>
                  <a:lnTo>
                    <a:pt x="26495" y="26495"/>
                  </a:lnTo>
                  <a:lnTo>
                    <a:pt x="55239" y="7110"/>
                  </a:lnTo>
                  <a:lnTo>
                    <a:pt x="90424" y="0"/>
                  </a:lnTo>
                  <a:lnTo>
                    <a:pt x="394207" y="0"/>
                  </a:lnTo>
                  <a:lnTo>
                    <a:pt x="429392" y="7110"/>
                  </a:lnTo>
                  <a:lnTo>
                    <a:pt x="458136" y="26495"/>
                  </a:lnTo>
                  <a:lnTo>
                    <a:pt x="477521" y="55239"/>
                  </a:lnTo>
                  <a:lnTo>
                    <a:pt x="484631" y="90424"/>
                  </a:lnTo>
                  <a:lnTo>
                    <a:pt x="484631" y="394207"/>
                  </a:lnTo>
                  <a:lnTo>
                    <a:pt x="477521" y="429392"/>
                  </a:lnTo>
                  <a:lnTo>
                    <a:pt x="458136" y="458136"/>
                  </a:lnTo>
                  <a:lnTo>
                    <a:pt x="429392" y="477521"/>
                  </a:lnTo>
                  <a:lnTo>
                    <a:pt x="394207" y="484631"/>
                  </a:lnTo>
                  <a:lnTo>
                    <a:pt x="90424" y="484631"/>
                  </a:lnTo>
                  <a:lnTo>
                    <a:pt x="55239" y="477521"/>
                  </a:lnTo>
                  <a:lnTo>
                    <a:pt x="26495" y="458136"/>
                  </a:lnTo>
                  <a:lnTo>
                    <a:pt x="7110" y="429392"/>
                  </a:lnTo>
                  <a:lnTo>
                    <a:pt x="0" y="394207"/>
                  </a:lnTo>
                  <a:lnTo>
                    <a:pt x="0" y="90424"/>
                  </a:lnTo>
                  <a:close/>
                </a:path>
              </a:pathLst>
            </a:custGeom>
            <a:ln w="7620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513781" y="3001837"/>
              <a:ext cx="310515" cy="278130"/>
            </a:xfrm>
            <a:custGeom>
              <a:avLst/>
              <a:gdLst/>
              <a:ahLst/>
              <a:cxnLst/>
              <a:rect l="l" t="t" r="r" b="b"/>
              <a:pathLst>
                <a:path w="310515" h="278129">
                  <a:moveTo>
                    <a:pt x="71348" y="199208"/>
                  </a:moveTo>
                  <a:lnTo>
                    <a:pt x="48071" y="199252"/>
                  </a:lnTo>
                </a:path>
                <a:path w="310515" h="278129">
                  <a:moveTo>
                    <a:pt x="12676" y="199556"/>
                  </a:moveTo>
                  <a:lnTo>
                    <a:pt x="76" y="187141"/>
                  </a:lnTo>
                  <a:lnTo>
                    <a:pt x="29" y="183990"/>
                  </a:lnTo>
                </a:path>
                <a:path w="310515" h="278129">
                  <a:moveTo>
                    <a:pt x="0" y="89506"/>
                  </a:moveTo>
                  <a:lnTo>
                    <a:pt x="9439" y="78829"/>
                  </a:lnTo>
                  <a:lnTo>
                    <a:pt x="17771" y="78446"/>
                  </a:lnTo>
                </a:path>
                <a:path w="310515" h="278129">
                  <a:moveTo>
                    <a:pt x="163550" y="274601"/>
                  </a:moveTo>
                  <a:lnTo>
                    <a:pt x="166252" y="276629"/>
                  </a:lnTo>
                  <a:lnTo>
                    <a:pt x="168999" y="277835"/>
                  </a:lnTo>
                  <a:lnTo>
                    <a:pt x="171389" y="277975"/>
                  </a:lnTo>
                  <a:lnTo>
                    <a:pt x="174130" y="276978"/>
                  </a:lnTo>
                  <a:lnTo>
                    <a:pt x="175785" y="275286"/>
                  </a:lnTo>
                  <a:lnTo>
                    <a:pt x="177308" y="272124"/>
                  </a:lnTo>
                  <a:lnTo>
                    <a:pt x="177493" y="270621"/>
                  </a:lnTo>
                  <a:lnTo>
                    <a:pt x="177590" y="268019"/>
                  </a:lnTo>
                  <a:lnTo>
                    <a:pt x="177594" y="264316"/>
                  </a:lnTo>
                </a:path>
                <a:path w="310515" h="278129">
                  <a:moveTo>
                    <a:pt x="177478" y="7965"/>
                  </a:moveTo>
                  <a:lnTo>
                    <a:pt x="176867" y="4576"/>
                  </a:lnTo>
                  <a:lnTo>
                    <a:pt x="175410" y="2231"/>
                  </a:lnTo>
                  <a:lnTo>
                    <a:pt x="173161" y="589"/>
                  </a:lnTo>
                  <a:lnTo>
                    <a:pt x="170027" y="0"/>
                  </a:lnTo>
                  <a:lnTo>
                    <a:pt x="168025" y="286"/>
                  </a:lnTo>
                  <a:lnTo>
                    <a:pt x="165393" y="1544"/>
                  </a:lnTo>
                  <a:lnTo>
                    <a:pt x="156318" y="8753"/>
                  </a:lnTo>
                </a:path>
                <a:path w="310515" h="278129">
                  <a:moveTo>
                    <a:pt x="71546" y="78217"/>
                  </a:moveTo>
                  <a:lnTo>
                    <a:pt x="71348" y="199208"/>
                  </a:lnTo>
                </a:path>
                <a:path w="310515" h="278129">
                  <a:moveTo>
                    <a:pt x="259589" y="17357"/>
                  </a:moveTo>
                  <a:lnTo>
                    <a:pt x="277879" y="38062"/>
                  </a:lnTo>
                  <a:lnTo>
                    <a:pt x="292371" y="61362"/>
                  </a:lnTo>
                  <a:lnTo>
                    <a:pt x="302801" y="86741"/>
                  </a:lnTo>
                  <a:lnTo>
                    <a:pt x="308907" y="113685"/>
                  </a:lnTo>
                </a:path>
                <a:path w="310515" h="278129">
                  <a:moveTo>
                    <a:pt x="48071" y="199252"/>
                  </a:moveTo>
                  <a:lnTo>
                    <a:pt x="12676" y="199556"/>
                  </a:lnTo>
                </a:path>
                <a:path w="310515" h="278129">
                  <a:moveTo>
                    <a:pt x="230269" y="51389"/>
                  </a:moveTo>
                  <a:lnTo>
                    <a:pt x="257822" y="91077"/>
                  </a:lnTo>
                  <a:lnTo>
                    <a:pt x="267676" y="136668"/>
                  </a:lnTo>
                  <a:lnTo>
                    <a:pt x="259715" y="182626"/>
                  </a:lnTo>
                  <a:lnTo>
                    <a:pt x="233826" y="223418"/>
                  </a:lnTo>
                  <a:lnTo>
                    <a:pt x="232822" y="224461"/>
                  </a:lnTo>
                  <a:lnTo>
                    <a:pt x="231801" y="225491"/>
                  </a:lnTo>
                  <a:lnTo>
                    <a:pt x="230758" y="226498"/>
                  </a:lnTo>
                </a:path>
                <a:path w="310515" h="278129">
                  <a:moveTo>
                    <a:pt x="202028" y="195775"/>
                  </a:moveTo>
                  <a:lnTo>
                    <a:pt x="220130" y="171889"/>
                  </a:lnTo>
                  <a:lnTo>
                    <a:pt x="227415" y="143887"/>
                  </a:lnTo>
                  <a:lnTo>
                    <a:pt x="223669" y="115197"/>
                  </a:lnTo>
                  <a:lnTo>
                    <a:pt x="208678" y="89246"/>
                  </a:lnTo>
                  <a:lnTo>
                    <a:pt x="206886" y="87217"/>
                  </a:lnTo>
                  <a:lnTo>
                    <a:pt x="204990" y="85285"/>
                  </a:lnTo>
                  <a:lnTo>
                    <a:pt x="202992" y="83463"/>
                  </a:lnTo>
                </a:path>
                <a:path w="310515" h="278129">
                  <a:moveTo>
                    <a:pt x="29" y="183990"/>
                  </a:moveTo>
                  <a:lnTo>
                    <a:pt x="0" y="89506"/>
                  </a:lnTo>
                </a:path>
                <a:path w="310515" h="278129">
                  <a:moveTo>
                    <a:pt x="308898" y="113689"/>
                  </a:moveTo>
                  <a:lnTo>
                    <a:pt x="310265" y="149894"/>
                  </a:lnTo>
                  <a:lnTo>
                    <a:pt x="304578" y="186154"/>
                  </a:lnTo>
                  <a:lnTo>
                    <a:pt x="289115" y="222362"/>
                  </a:lnTo>
                  <a:lnTo>
                    <a:pt x="261156" y="258414"/>
                  </a:lnTo>
                </a:path>
                <a:path w="310515" h="278129">
                  <a:moveTo>
                    <a:pt x="17771" y="78446"/>
                  </a:moveTo>
                  <a:lnTo>
                    <a:pt x="71546" y="78217"/>
                  </a:lnTo>
                </a:path>
                <a:path w="310515" h="278129">
                  <a:moveTo>
                    <a:pt x="71348" y="199208"/>
                  </a:moveTo>
                  <a:lnTo>
                    <a:pt x="163550" y="274601"/>
                  </a:lnTo>
                </a:path>
                <a:path w="310515" h="278129">
                  <a:moveTo>
                    <a:pt x="177594" y="264316"/>
                  </a:moveTo>
                  <a:lnTo>
                    <a:pt x="177478" y="7965"/>
                  </a:lnTo>
                </a:path>
                <a:path w="310515" h="278129">
                  <a:moveTo>
                    <a:pt x="156318" y="8753"/>
                  </a:moveTo>
                  <a:lnTo>
                    <a:pt x="71546" y="78217"/>
                  </a:lnTo>
                </a:path>
              </a:pathLst>
            </a:custGeom>
            <a:ln w="13760">
              <a:solidFill>
                <a:srgbClr val="3A35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64450" y="3970591"/>
            <a:ext cx="1991995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b="1" dirty="0">
                <a:solidFill>
                  <a:srgbClr val="3A3535"/>
                </a:solidFill>
                <a:latin typeface="Trebuchet MS"/>
                <a:cs typeface="Trebuchet MS"/>
              </a:rPr>
              <a:t>Webcam</a:t>
            </a:r>
            <a:r>
              <a:rPr sz="2350" b="1" spc="-11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3A3535"/>
                </a:solidFill>
                <a:latin typeface="Trebuchet MS"/>
                <a:cs typeface="Trebuchet MS"/>
              </a:rPr>
              <a:t>Input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29360" y="4801451"/>
            <a:ext cx="1671320" cy="721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8910" marR="5080" indent="-156845">
              <a:lnSpc>
                <a:spcPct val="114100"/>
              </a:lnSpc>
              <a:spcBef>
                <a:spcPts val="95"/>
              </a:spcBef>
            </a:pPr>
            <a:r>
              <a:rPr sz="2000" dirty="0">
                <a:solidFill>
                  <a:srgbClr val="3A3535"/>
                </a:solidFill>
                <a:latin typeface="Verdana"/>
                <a:cs typeface="Verdana"/>
              </a:rPr>
              <a:t>Captures</a:t>
            </a:r>
            <a:r>
              <a:rPr sz="2000" spc="-15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3A3535"/>
                </a:solidFill>
                <a:latin typeface="Verdana"/>
                <a:cs typeface="Verdana"/>
              </a:rPr>
              <a:t>live </a:t>
            </a:r>
            <a:r>
              <a:rPr sz="2000" dirty="0">
                <a:solidFill>
                  <a:srgbClr val="3A3535"/>
                </a:solidFill>
                <a:latin typeface="Verdana"/>
                <a:cs typeface="Verdana"/>
              </a:rPr>
              <a:t>video</a:t>
            </a:r>
            <a:r>
              <a:rPr sz="2000" spc="-16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3A3535"/>
                </a:solidFill>
                <a:latin typeface="Verdana"/>
                <a:cs typeface="Verdana"/>
              </a:rPr>
              <a:t>feed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89730" y="3970591"/>
            <a:ext cx="1897380" cy="15519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85115" marR="273050" indent="1270" algn="ctr">
              <a:lnSpc>
                <a:spcPct val="100000"/>
              </a:lnSpc>
              <a:spcBef>
                <a:spcPts val="125"/>
              </a:spcBef>
            </a:pPr>
            <a:r>
              <a:rPr sz="2350" b="1" spc="-20" dirty="0">
                <a:solidFill>
                  <a:srgbClr val="3A3535"/>
                </a:solidFill>
                <a:latin typeface="Trebuchet MS"/>
                <a:cs typeface="Trebuchet MS"/>
              </a:rPr>
              <a:t>Hand </a:t>
            </a:r>
            <a:r>
              <a:rPr sz="2350" b="1" spc="-35" dirty="0">
                <a:solidFill>
                  <a:srgbClr val="3A3535"/>
                </a:solidFill>
                <a:latin typeface="Trebuchet MS"/>
                <a:cs typeface="Trebuchet MS"/>
              </a:rPr>
              <a:t>Detection</a:t>
            </a:r>
            <a:endParaRPr sz="2350">
              <a:latin typeface="Trebuchet MS"/>
              <a:cs typeface="Trebuchet MS"/>
            </a:endParaRPr>
          </a:p>
          <a:p>
            <a:pPr marL="12700" marR="5080" algn="ctr">
              <a:lnSpc>
                <a:spcPct val="114100"/>
              </a:lnSpc>
              <a:spcBef>
                <a:spcPts val="869"/>
              </a:spcBef>
            </a:pPr>
            <a:r>
              <a:rPr sz="2000" spc="-20" dirty="0">
                <a:solidFill>
                  <a:srgbClr val="3A3535"/>
                </a:solidFill>
                <a:latin typeface="Verdana"/>
                <a:cs typeface="Verdana"/>
              </a:rPr>
              <a:t>Identifies</a:t>
            </a:r>
            <a:r>
              <a:rPr sz="2000" spc="-14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3A3535"/>
                </a:solidFill>
                <a:latin typeface="Verdana"/>
                <a:cs typeface="Verdana"/>
              </a:rPr>
              <a:t>hand </a:t>
            </a:r>
            <a:r>
              <a:rPr sz="2000" spc="-10" dirty="0">
                <a:solidFill>
                  <a:srgbClr val="3A3535"/>
                </a:solidFill>
                <a:latin typeface="Verdana"/>
                <a:cs typeface="Verdana"/>
              </a:rPr>
              <a:t>landmarks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355588" y="3970591"/>
            <a:ext cx="1925320" cy="15519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19075" marR="213360" indent="3175" algn="ctr">
              <a:lnSpc>
                <a:spcPct val="100000"/>
              </a:lnSpc>
              <a:spcBef>
                <a:spcPts val="125"/>
              </a:spcBef>
            </a:pPr>
            <a:r>
              <a:rPr sz="2350" b="1" spc="-10" dirty="0">
                <a:solidFill>
                  <a:srgbClr val="3A3535"/>
                </a:solidFill>
                <a:latin typeface="Trebuchet MS"/>
                <a:cs typeface="Trebuchet MS"/>
              </a:rPr>
              <a:t>Gesture Processing</a:t>
            </a:r>
            <a:endParaRPr sz="2350">
              <a:latin typeface="Trebuchet MS"/>
              <a:cs typeface="Trebuchet MS"/>
            </a:endParaRPr>
          </a:p>
          <a:p>
            <a:pPr marL="12065" marR="5080" algn="ctr">
              <a:lnSpc>
                <a:spcPct val="114100"/>
              </a:lnSpc>
              <a:spcBef>
                <a:spcPts val="869"/>
              </a:spcBef>
            </a:pPr>
            <a:r>
              <a:rPr sz="2000" spc="-40" dirty="0">
                <a:solidFill>
                  <a:srgbClr val="3A3535"/>
                </a:solidFill>
                <a:latin typeface="Verdana"/>
                <a:cs typeface="Verdana"/>
              </a:rPr>
              <a:t>Analyses</a:t>
            </a:r>
            <a:r>
              <a:rPr sz="2000" spc="-114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3A3535"/>
                </a:solidFill>
                <a:latin typeface="Verdana"/>
                <a:cs typeface="Verdana"/>
              </a:rPr>
              <a:t>finger positions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16135" y="3970591"/>
            <a:ext cx="1560830" cy="15519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00660" marR="196850" indent="1270" algn="ctr">
              <a:lnSpc>
                <a:spcPct val="100000"/>
              </a:lnSpc>
              <a:spcBef>
                <a:spcPts val="125"/>
              </a:spcBef>
            </a:pPr>
            <a:r>
              <a:rPr sz="2350" b="1" spc="-10" dirty="0">
                <a:solidFill>
                  <a:srgbClr val="3A3535"/>
                </a:solidFill>
                <a:latin typeface="Trebuchet MS"/>
                <a:cs typeface="Trebuchet MS"/>
              </a:rPr>
              <a:t>Volume Mapping</a:t>
            </a:r>
            <a:endParaRPr sz="2350">
              <a:latin typeface="Trebuchet MS"/>
              <a:cs typeface="Trebuchet MS"/>
            </a:endParaRPr>
          </a:p>
          <a:p>
            <a:pPr marL="12700" marR="5080" indent="3175" algn="ctr">
              <a:lnSpc>
                <a:spcPct val="114100"/>
              </a:lnSpc>
              <a:spcBef>
                <a:spcPts val="869"/>
              </a:spcBef>
            </a:pPr>
            <a:r>
              <a:rPr sz="2000" dirty="0">
                <a:solidFill>
                  <a:srgbClr val="3A3535"/>
                </a:solidFill>
                <a:latin typeface="Verdana"/>
                <a:cs typeface="Verdana"/>
              </a:rPr>
              <a:t>Converts</a:t>
            </a:r>
            <a:r>
              <a:rPr sz="2000" spc="-18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spc="55" dirty="0">
                <a:solidFill>
                  <a:srgbClr val="3A3535"/>
                </a:solidFill>
                <a:latin typeface="Verdana"/>
                <a:cs typeface="Verdana"/>
              </a:rPr>
              <a:t>to </a:t>
            </a:r>
            <a:r>
              <a:rPr sz="2000" spc="-45" dirty="0">
                <a:solidFill>
                  <a:srgbClr val="3A3535"/>
                </a:solidFill>
                <a:latin typeface="Verdana"/>
                <a:cs typeface="Verdana"/>
              </a:rPr>
              <a:t>volume</a:t>
            </a:r>
            <a:r>
              <a:rPr sz="2000" spc="-21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3A3535"/>
                </a:solidFill>
                <a:latin typeface="Verdana"/>
                <a:cs typeface="Verdana"/>
              </a:rPr>
              <a:t>level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710161" y="3791639"/>
            <a:ext cx="1936114" cy="1374140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35"/>
              </a:spcBef>
            </a:pPr>
            <a:r>
              <a:rPr sz="2350" b="1" spc="120" dirty="0">
                <a:solidFill>
                  <a:srgbClr val="3A3535"/>
                </a:solidFill>
                <a:latin typeface="Trebuchet MS"/>
                <a:cs typeface="Trebuchet MS"/>
              </a:rPr>
              <a:t>OS</a:t>
            </a:r>
            <a:r>
              <a:rPr sz="2350" b="1" spc="-15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3A3535"/>
                </a:solidFill>
                <a:latin typeface="Trebuchet MS"/>
                <a:cs typeface="Trebuchet MS"/>
              </a:rPr>
              <a:t>Control</a:t>
            </a:r>
            <a:endParaRPr sz="2350">
              <a:latin typeface="Trebuchet MS"/>
              <a:cs typeface="Trebuchet MS"/>
            </a:endParaRPr>
          </a:p>
          <a:p>
            <a:pPr marL="12700" marR="5080" algn="ctr">
              <a:lnSpc>
                <a:spcPct val="114100"/>
              </a:lnSpc>
              <a:spcBef>
                <a:spcPts val="885"/>
              </a:spcBef>
            </a:pPr>
            <a:r>
              <a:rPr sz="2000" dirty="0">
                <a:solidFill>
                  <a:srgbClr val="3A3535"/>
                </a:solidFill>
                <a:latin typeface="Verdana"/>
                <a:cs typeface="Verdana"/>
              </a:rPr>
              <a:t>Adjusts</a:t>
            </a:r>
            <a:r>
              <a:rPr sz="2000" spc="-17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3A3535"/>
                </a:solidFill>
                <a:latin typeface="Verdana"/>
                <a:cs typeface="Verdana"/>
              </a:rPr>
              <a:t>system </a:t>
            </a:r>
            <a:r>
              <a:rPr sz="2000" spc="-10" dirty="0">
                <a:solidFill>
                  <a:srgbClr val="3A3535"/>
                </a:solidFill>
                <a:latin typeface="Verdana"/>
                <a:cs typeface="Verdana"/>
              </a:rPr>
              <a:t>volume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46251" y="6211277"/>
            <a:ext cx="12463780" cy="721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4100"/>
              </a:lnSpc>
              <a:spcBef>
                <a:spcPts val="95"/>
              </a:spcBef>
            </a:pPr>
            <a:r>
              <a:rPr sz="2000" spc="-50" dirty="0">
                <a:solidFill>
                  <a:srgbClr val="3A3535"/>
                </a:solidFill>
                <a:latin typeface="Verdana"/>
                <a:cs typeface="Verdana"/>
              </a:rPr>
              <a:t>The</a:t>
            </a:r>
            <a:r>
              <a:rPr sz="2000" spc="-13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3A3535"/>
                </a:solidFill>
                <a:latin typeface="Verdana"/>
                <a:cs typeface="Verdana"/>
              </a:rPr>
              <a:t>architecture</a:t>
            </a:r>
            <a:r>
              <a:rPr sz="2000" spc="-21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3A3535"/>
                </a:solidFill>
                <a:latin typeface="Verdana"/>
                <a:cs typeface="Verdana"/>
              </a:rPr>
              <a:t>follows</a:t>
            </a:r>
            <a:r>
              <a:rPr sz="2000" spc="-18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3A3535"/>
                </a:solidFill>
                <a:latin typeface="Verdana"/>
                <a:cs typeface="Verdana"/>
              </a:rPr>
              <a:t>a</a:t>
            </a:r>
            <a:r>
              <a:rPr sz="2000" spc="-18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3A3535"/>
                </a:solidFill>
                <a:latin typeface="Verdana"/>
                <a:cs typeface="Verdana"/>
              </a:rPr>
              <a:t>linear</a:t>
            </a:r>
            <a:r>
              <a:rPr sz="2000" spc="-22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3A3535"/>
                </a:solidFill>
                <a:latin typeface="Verdana"/>
                <a:cs typeface="Verdana"/>
              </a:rPr>
              <a:t>pipeline,</a:t>
            </a:r>
            <a:r>
              <a:rPr sz="2000" spc="-14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3A3535"/>
                </a:solidFill>
                <a:latin typeface="Verdana"/>
                <a:cs typeface="Verdana"/>
              </a:rPr>
              <a:t>processing</a:t>
            </a:r>
            <a:r>
              <a:rPr sz="2000" spc="-19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3A3535"/>
                </a:solidFill>
                <a:latin typeface="Verdana"/>
                <a:cs typeface="Verdana"/>
              </a:rPr>
              <a:t>visual</a:t>
            </a:r>
            <a:r>
              <a:rPr sz="2000" spc="-14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3A3535"/>
                </a:solidFill>
                <a:latin typeface="Verdana"/>
                <a:cs typeface="Verdana"/>
              </a:rPr>
              <a:t>input</a:t>
            </a:r>
            <a:r>
              <a:rPr sz="2000" spc="-17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3A3535"/>
                </a:solidFill>
                <a:latin typeface="Verdana"/>
                <a:cs typeface="Verdana"/>
              </a:rPr>
              <a:t>through</a:t>
            </a:r>
            <a:r>
              <a:rPr sz="2000" spc="-19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3A3535"/>
                </a:solidFill>
                <a:latin typeface="Verdana"/>
                <a:cs typeface="Verdana"/>
              </a:rPr>
              <a:t>multiple</a:t>
            </a:r>
            <a:r>
              <a:rPr sz="2000" spc="-13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3A3535"/>
                </a:solidFill>
                <a:latin typeface="Verdana"/>
                <a:cs typeface="Verdana"/>
              </a:rPr>
              <a:t>stages</a:t>
            </a:r>
            <a:r>
              <a:rPr sz="2000" spc="-18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spc="80" dirty="0">
                <a:solidFill>
                  <a:srgbClr val="3A3535"/>
                </a:solidFill>
                <a:latin typeface="Verdana"/>
                <a:cs typeface="Verdana"/>
              </a:rPr>
              <a:t>to</a:t>
            </a:r>
            <a:r>
              <a:rPr sz="2000" spc="-16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3A3535"/>
                </a:solidFill>
                <a:latin typeface="Verdana"/>
                <a:cs typeface="Verdana"/>
              </a:rPr>
              <a:t>achieve precise,</a:t>
            </a:r>
            <a:r>
              <a:rPr sz="2000" spc="-15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3A3535"/>
                </a:solidFill>
                <a:latin typeface="Verdana"/>
                <a:cs typeface="Verdana"/>
              </a:rPr>
              <a:t>responsive</a:t>
            </a:r>
            <a:r>
              <a:rPr sz="2000" spc="-21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3A3535"/>
                </a:solidFill>
                <a:latin typeface="Verdana"/>
                <a:cs typeface="Verdana"/>
              </a:rPr>
              <a:t>volume</a:t>
            </a:r>
            <a:r>
              <a:rPr sz="2000" spc="-13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3A3535"/>
                </a:solidFill>
                <a:latin typeface="Verdana"/>
                <a:cs typeface="Verdana"/>
              </a:rPr>
              <a:t>control.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3816" y="676655"/>
            <a:ext cx="2240280" cy="365760"/>
          </a:xfrm>
          <a:custGeom>
            <a:avLst/>
            <a:gdLst/>
            <a:ahLst/>
            <a:cxnLst/>
            <a:rect l="l" t="t" r="r" b="b"/>
            <a:pathLst>
              <a:path w="2240280" h="365759">
                <a:moveTo>
                  <a:pt x="2174875" y="0"/>
                </a:moveTo>
                <a:lnTo>
                  <a:pt x="65392" y="0"/>
                </a:lnTo>
                <a:lnTo>
                  <a:pt x="39937" y="5147"/>
                </a:lnTo>
                <a:lnTo>
                  <a:pt x="19151" y="19176"/>
                </a:lnTo>
                <a:lnTo>
                  <a:pt x="5138" y="39969"/>
                </a:lnTo>
                <a:lnTo>
                  <a:pt x="0" y="65404"/>
                </a:lnTo>
                <a:lnTo>
                  <a:pt x="0" y="300354"/>
                </a:lnTo>
                <a:lnTo>
                  <a:pt x="5138" y="325790"/>
                </a:lnTo>
                <a:lnTo>
                  <a:pt x="19151" y="346582"/>
                </a:lnTo>
                <a:lnTo>
                  <a:pt x="39937" y="360612"/>
                </a:lnTo>
                <a:lnTo>
                  <a:pt x="65392" y="365760"/>
                </a:lnTo>
                <a:lnTo>
                  <a:pt x="2174875" y="365760"/>
                </a:lnTo>
                <a:lnTo>
                  <a:pt x="2200310" y="360612"/>
                </a:lnTo>
                <a:lnTo>
                  <a:pt x="2221103" y="346582"/>
                </a:lnTo>
                <a:lnTo>
                  <a:pt x="2235132" y="325790"/>
                </a:lnTo>
                <a:lnTo>
                  <a:pt x="2240279" y="300354"/>
                </a:lnTo>
                <a:lnTo>
                  <a:pt x="2240279" y="65404"/>
                </a:lnTo>
                <a:lnTo>
                  <a:pt x="2235132" y="39969"/>
                </a:lnTo>
                <a:lnTo>
                  <a:pt x="2221103" y="19176"/>
                </a:lnTo>
                <a:lnTo>
                  <a:pt x="2200310" y="5147"/>
                </a:lnTo>
                <a:lnTo>
                  <a:pt x="2174875" y="0"/>
                </a:lnTo>
                <a:close/>
              </a:path>
            </a:pathLst>
          </a:custGeom>
          <a:solidFill>
            <a:srgbClr val="D4DC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63231" y="751967"/>
            <a:ext cx="2113915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70" dirty="0">
                <a:solidFill>
                  <a:srgbClr val="3A3535"/>
                </a:solidFill>
                <a:latin typeface="Verdana"/>
                <a:cs typeface="Verdana"/>
              </a:rPr>
              <a:t>MODULE</a:t>
            </a:r>
            <a:r>
              <a:rPr sz="1350" spc="-14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3A3535"/>
                </a:solidFill>
                <a:latin typeface="Verdana"/>
                <a:cs typeface="Verdana"/>
              </a:rPr>
              <a:t>DESCRIPTION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46251" y="1013967"/>
            <a:ext cx="533971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System</a:t>
            </a:r>
            <a:r>
              <a:rPr spc="-150" dirty="0"/>
              <a:t> </a:t>
            </a:r>
            <a:r>
              <a:rPr spc="35" dirty="0"/>
              <a:t>Components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758951" y="2020823"/>
            <a:ext cx="4243070" cy="2999740"/>
            <a:chOff x="758951" y="2020823"/>
            <a:chExt cx="4243070" cy="2999740"/>
          </a:xfrm>
        </p:grpSpPr>
        <p:sp>
          <p:nvSpPr>
            <p:cNvPr id="6" name="object 6"/>
            <p:cNvSpPr/>
            <p:nvPr/>
          </p:nvSpPr>
          <p:spPr>
            <a:xfrm>
              <a:off x="758951" y="2313431"/>
              <a:ext cx="4243070" cy="2707005"/>
            </a:xfrm>
            <a:custGeom>
              <a:avLst/>
              <a:gdLst/>
              <a:ahLst/>
              <a:cxnLst/>
              <a:rect l="l" t="t" r="r" b="b"/>
              <a:pathLst>
                <a:path w="4243070" h="2707004">
                  <a:moveTo>
                    <a:pt x="4132961" y="0"/>
                  </a:moveTo>
                  <a:lnTo>
                    <a:pt x="109893" y="0"/>
                  </a:lnTo>
                  <a:lnTo>
                    <a:pt x="67117" y="8628"/>
                  </a:lnTo>
                  <a:lnTo>
                    <a:pt x="32186" y="32162"/>
                  </a:lnTo>
                  <a:lnTo>
                    <a:pt x="8635" y="67079"/>
                  </a:lnTo>
                  <a:lnTo>
                    <a:pt x="0" y="109854"/>
                  </a:lnTo>
                  <a:lnTo>
                    <a:pt x="0" y="2596768"/>
                  </a:lnTo>
                  <a:lnTo>
                    <a:pt x="8635" y="2639544"/>
                  </a:lnTo>
                  <a:lnTo>
                    <a:pt x="32186" y="2674461"/>
                  </a:lnTo>
                  <a:lnTo>
                    <a:pt x="67117" y="2697995"/>
                  </a:lnTo>
                  <a:lnTo>
                    <a:pt x="109893" y="2706623"/>
                  </a:lnTo>
                  <a:lnTo>
                    <a:pt x="4132961" y="2706623"/>
                  </a:lnTo>
                  <a:lnTo>
                    <a:pt x="4175736" y="2697995"/>
                  </a:lnTo>
                  <a:lnTo>
                    <a:pt x="4210653" y="2674461"/>
                  </a:lnTo>
                  <a:lnTo>
                    <a:pt x="4234187" y="2639544"/>
                  </a:lnTo>
                  <a:lnTo>
                    <a:pt x="4242816" y="2596768"/>
                  </a:lnTo>
                  <a:lnTo>
                    <a:pt x="4242816" y="109854"/>
                  </a:lnTo>
                  <a:lnTo>
                    <a:pt x="4234187" y="67079"/>
                  </a:lnTo>
                  <a:lnTo>
                    <a:pt x="4210653" y="32162"/>
                  </a:lnTo>
                  <a:lnTo>
                    <a:pt x="4175736" y="8628"/>
                  </a:lnTo>
                  <a:lnTo>
                    <a:pt x="4132961" y="0"/>
                  </a:lnTo>
                  <a:close/>
                </a:path>
              </a:pathLst>
            </a:custGeom>
            <a:solidFill>
              <a:srgbClr val="FF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8952" y="2020823"/>
              <a:ext cx="4243070" cy="585470"/>
            </a:xfrm>
            <a:custGeom>
              <a:avLst/>
              <a:gdLst/>
              <a:ahLst/>
              <a:cxnLst/>
              <a:rect l="l" t="t" r="r" b="b"/>
              <a:pathLst>
                <a:path w="4243070" h="585469">
                  <a:moveTo>
                    <a:pt x="4242816" y="320040"/>
                  </a:moveTo>
                  <a:lnTo>
                    <a:pt x="4239222" y="302234"/>
                  </a:lnTo>
                  <a:lnTo>
                    <a:pt x="4229430" y="287705"/>
                  </a:lnTo>
                  <a:lnTo>
                    <a:pt x="4214901" y="277914"/>
                  </a:lnTo>
                  <a:lnTo>
                    <a:pt x="4197096" y="274320"/>
                  </a:lnTo>
                  <a:lnTo>
                    <a:pt x="2412530" y="274320"/>
                  </a:lnTo>
                  <a:lnTo>
                    <a:pt x="2410180" y="245160"/>
                  </a:lnTo>
                  <a:lnTo>
                    <a:pt x="2399080" y="200152"/>
                  </a:lnTo>
                  <a:lnTo>
                    <a:pt x="2381339" y="158165"/>
                  </a:lnTo>
                  <a:lnTo>
                    <a:pt x="2357539" y="119824"/>
                  </a:lnTo>
                  <a:lnTo>
                    <a:pt x="2328278" y="85725"/>
                  </a:lnTo>
                  <a:lnTo>
                    <a:pt x="2294191" y="56476"/>
                  </a:lnTo>
                  <a:lnTo>
                    <a:pt x="2255850" y="32677"/>
                  </a:lnTo>
                  <a:lnTo>
                    <a:pt x="2213864" y="14935"/>
                  </a:lnTo>
                  <a:lnTo>
                    <a:pt x="2168855" y="3835"/>
                  </a:lnTo>
                  <a:lnTo>
                    <a:pt x="2121408" y="0"/>
                  </a:lnTo>
                  <a:lnTo>
                    <a:pt x="2073948" y="3835"/>
                  </a:lnTo>
                  <a:lnTo>
                    <a:pt x="2028939" y="14935"/>
                  </a:lnTo>
                  <a:lnTo>
                    <a:pt x="1986953" y="32677"/>
                  </a:lnTo>
                  <a:lnTo>
                    <a:pt x="1948611" y="56476"/>
                  </a:lnTo>
                  <a:lnTo>
                    <a:pt x="1914525" y="85725"/>
                  </a:lnTo>
                  <a:lnTo>
                    <a:pt x="1885264" y="119824"/>
                  </a:lnTo>
                  <a:lnTo>
                    <a:pt x="1861464" y="158165"/>
                  </a:lnTo>
                  <a:lnTo>
                    <a:pt x="1843722" y="200152"/>
                  </a:lnTo>
                  <a:lnTo>
                    <a:pt x="1832622" y="245160"/>
                  </a:lnTo>
                  <a:lnTo>
                    <a:pt x="1830273" y="274320"/>
                  </a:lnTo>
                  <a:lnTo>
                    <a:pt x="45720" y="274320"/>
                  </a:lnTo>
                  <a:lnTo>
                    <a:pt x="27914" y="277914"/>
                  </a:lnTo>
                  <a:lnTo>
                    <a:pt x="13385" y="287705"/>
                  </a:lnTo>
                  <a:lnTo>
                    <a:pt x="3581" y="302234"/>
                  </a:lnTo>
                  <a:lnTo>
                    <a:pt x="0" y="320040"/>
                  </a:lnTo>
                  <a:lnTo>
                    <a:pt x="3581" y="337858"/>
                  </a:lnTo>
                  <a:lnTo>
                    <a:pt x="13385" y="352386"/>
                  </a:lnTo>
                  <a:lnTo>
                    <a:pt x="27914" y="362178"/>
                  </a:lnTo>
                  <a:lnTo>
                    <a:pt x="45720" y="365760"/>
                  </a:lnTo>
                  <a:lnTo>
                    <a:pt x="1838947" y="365760"/>
                  </a:lnTo>
                  <a:lnTo>
                    <a:pt x="1843722" y="385076"/>
                  </a:lnTo>
                  <a:lnTo>
                    <a:pt x="1861464" y="427062"/>
                  </a:lnTo>
                  <a:lnTo>
                    <a:pt x="1885264" y="465404"/>
                  </a:lnTo>
                  <a:lnTo>
                    <a:pt x="1914525" y="499503"/>
                  </a:lnTo>
                  <a:lnTo>
                    <a:pt x="1948611" y="528751"/>
                  </a:lnTo>
                  <a:lnTo>
                    <a:pt x="1986953" y="552551"/>
                  </a:lnTo>
                  <a:lnTo>
                    <a:pt x="2028939" y="570293"/>
                  </a:lnTo>
                  <a:lnTo>
                    <a:pt x="2073948" y="581393"/>
                  </a:lnTo>
                  <a:lnTo>
                    <a:pt x="2121408" y="585216"/>
                  </a:lnTo>
                  <a:lnTo>
                    <a:pt x="2168855" y="581393"/>
                  </a:lnTo>
                  <a:lnTo>
                    <a:pt x="2213864" y="570293"/>
                  </a:lnTo>
                  <a:lnTo>
                    <a:pt x="2255850" y="552551"/>
                  </a:lnTo>
                  <a:lnTo>
                    <a:pt x="2294191" y="528751"/>
                  </a:lnTo>
                  <a:lnTo>
                    <a:pt x="2328291" y="499503"/>
                  </a:lnTo>
                  <a:lnTo>
                    <a:pt x="2357539" y="465404"/>
                  </a:lnTo>
                  <a:lnTo>
                    <a:pt x="2381339" y="427062"/>
                  </a:lnTo>
                  <a:lnTo>
                    <a:pt x="2399080" y="385076"/>
                  </a:lnTo>
                  <a:lnTo>
                    <a:pt x="2403843" y="365760"/>
                  </a:lnTo>
                  <a:lnTo>
                    <a:pt x="4197096" y="365760"/>
                  </a:lnTo>
                  <a:lnTo>
                    <a:pt x="4214901" y="362178"/>
                  </a:lnTo>
                  <a:lnTo>
                    <a:pt x="4229430" y="352386"/>
                  </a:lnTo>
                  <a:lnTo>
                    <a:pt x="4239222" y="337858"/>
                  </a:lnTo>
                  <a:lnTo>
                    <a:pt x="4242816" y="320040"/>
                  </a:lnTo>
                  <a:close/>
                </a:path>
              </a:pathLst>
            </a:custGeom>
            <a:solidFill>
              <a:srgbClr val="1A2C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66399" y="2224021"/>
              <a:ext cx="228004" cy="17883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083322" y="2597631"/>
            <a:ext cx="3587115" cy="1895475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515"/>
              </a:spcBef>
            </a:pPr>
            <a:r>
              <a:rPr sz="2000" b="1" spc="-10" dirty="0">
                <a:solidFill>
                  <a:srgbClr val="3A3535"/>
                </a:solidFill>
                <a:latin typeface="Trebuchet MS"/>
                <a:cs typeface="Trebuchet MS"/>
              </a:rPr>
              <a:t>Camera</a:t>
            </a:r>
            <a:r>
              <a:rPr sz="2000" b="1" spc="-16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b="1" spc="-65" dirty="0">
                <a:solidFill>
                  <a:srgbClr val="3A3535"/>
                </a:solidFill>
                <a:latin typeface="Trebuchet MS"/>
                <a:cs typeface="Trebuchet MS"/>
              </a:rPr>
              <a:t>Input</a:t>
            </a:r>
            <a:r>
              <a:rPr sz="2000" b="1" spc="-18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3A3535"/>
                </a:solidFill>
                <a:latin typeface="Trebuchet MS"/>
                <a:cs typeface="Trebuchet MS"/>
              </a:rPr>
              <a:t>Module</a:t>
            </a:r>
            <a:endParaRPr sz="2000">
              <a:latin typeface="Trebuchet MS"/>
              <a:cs typeface="Trebuchet MS"/>
            </a:endParaRPr>
          </a:p>
          <a:p>
            <a:pPr marL="12065" marR="5080" indent="2540" algn="ctr">
              <a:lnSpc>
                <a:spcPct val="115700"/>
              </a:lnSpc>
              <a:spcBef>
                <a:spcPts val="915"/>
              </a:spcBef>
            </a:pPr>
            <a:r>
              <a:rPr sz="1800" spc="-45" dirty="0">
                <a:solidFill>
                  <a:srgbClr val="3A3535"/>
                </a:solidFill>
                <a:latin typeface="Verdana"/>
                <a:cs typeface="Verdana"/>
              </a:rPr>
              <a:t>Initialises</a:t>
            </a:r>
            <a:r>
              <a:rPr sz="1800" spc="-16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the</a:t>
            </a:r>
            <a:r>
              <a:rPr sz="1800" spc="-16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webcam</a:t>
            </a:r>
            <a:r>
              <a:rPr sz="1800" spc="-14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A3535"/>
                </a:solidFill>
                <a:latin typeface="Verdana"/>
                <a:cs typeface="Verdana"/>
              </a:rPr>
              <a:t>and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continuously</a:t>
            </a:r>
            <a:r>
              <a:rPr sz="1800" spc="-15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captures</a:t>
            </a:r>
            <a:r>
              <a:rPr sz="1800" spc="-16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A3535"/>
                </a:solidFill>
                <a:latin typeface="Verdana"/>
                <a:cs typeface="Verdana"/>
              </a:rPr>
              <a:t>video </a:t>
            </a:r>
            <a:r>
              <a:rPr sz="1800" spc="-35" dirty="0">
                <a:solidFill>
                  <a:srgbClr val="3A3535"/>
                </a:solidFill>
                <a:latin typeface="Verdana"/>
                <a:cs typeface="Verdana"/>
              </a:rPr>
              <a:t>frames</a:t>
            </a:r>
            <a:r>
              <a:rPr sz="1800" spc="-17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3A3535"/>
                </a:solidFill>
                <a:latin typeface="Verdana"/>
                <a:cs typeface="Verdana"/>
              </a:rPr>
              <a:t>at</a:t>
            </a:r>
            <a:r>
              <a:rPr sz="1800" spc="-19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3A3535"/>
                </a:solidFill>
                <a:latin typeface="Verdana"/>
                <a:cs typeface="Verdana"/>
              </a:rPr>
              <a:t>a</a:t>
            </a:r>
            <a:r>
              <a:rPr sz="1800" spc="-16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A3535"/>
                </a:solidFill>
                <a:latin typeface="Verdana"/>
                <a:cs typeface="Verdana"/>
              </a:rPr>
              <a:t>stable</a:t>
            </a:r>
            <a:r>
              <a:rPr sz="1800" spc="-17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3A3535"/>
                </a:solidFill>
                <a:latin typeface="Verdana"/>
                <a:cs typeface="Verdana"/>
              </a:rPr>
              <a:t>frame</a:t>
            </a:r>
            <a:r>
              <a:rPr sz="1800" spc="-17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3A3535"/>
                </a:solidFill>
                <a:latin typeface="Verdana"/>
                <a:cs typeface="Verdana"/>
              </a:rPr>
              <a:t>rate</a:t>
            </a:r>
            <a:r>
              <a:rPr sz="1800" spc="-17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A3535"/>
                </a:solidFill>
                <a:latin typeface="Verdana"/>
                <a:cs typeface="Verdana"/>
              </a:rPr>
              <a:t>for real-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time</a:t>
            </a:r>
            <a:r>
              <a:rPr sz="1800" spc="-18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processing.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93791" y="2020823"/>
            <a:ext cx="4243070" cy="2999740"/>
            <a:chOff x="5193791" y="2020823"/>
            <a:chExt cx="4243070" cy="2999740"/>
          </a:xfrm>
        </p:grpSpPr>
        <p:sp>
          <p:nvSpPr>
            <p:cNvPr id="11" name="object 11"/>
            <p:cNvSpPr/>
            <p:nvPr/>
          </p:nvSpPr>
          <p:spPr>
            <a:xfrm>
              <a:off x="5193791" y="2313431"/>
              <a:ext cx="4243070" cy="2707005"/>
            </a:xfrm>
            <a:custGeom>
              <a:avLst/>
              <a:gdLst/>
              <a:ahLst/>
              <a:cxnLst/>
              <a:rect l="l" t="t" r="r" b="b"/>
              <a:pathLst>
                <a:path w="4243070" h="2707004">
                  <a:moveTo>
                    <a:pt x="4132961" y="0"/>
                  </a:moveTo>
                  <a:lnTo>
                    <a:pt x="109855" y="0"/>
                  </a:lnTo>
                  <a:lnTo>
                    <a:pt x="67079" y="8628"/>
                  </a:lnTo>
                  <a:lnTo>
                    <a:pt x="32162" y="32162"/>
                  </a:lnTo>
                  <a:lnTo>
                    <a:pt x="8628" y="67079"/>
                  </a:lnTo>
                  <a:lnTo>
                    <a:pt x="0" y="109854"/>
                  </a:lnTo>
                  <a:lnTo>
                    <a:pt x="0" y="2596768"/>
                  </a:lnTo>
                  <a:lnTo>
                    <a:pt x="8628" y="2639544"/>
                  </a:lnTo>
                  <a:lnTo>
                    <a:pt x="32162" y="2674461"/>
                  </a:lnTo>
                  <a:lnTo>
                    <a:pt x="67079" y="2697995"/>
                  </a:lnTo>
                  <a:lnTo>
                    <a:pt x="109855" y="2706623"/>
                  </a:lnTo>
                  <a:lnTo>
                    <a:pt x="4132961" y="2706623"/>
                  </a:lnTo>
                  <a:lnTo>
                    <a:pt x="4175736" y="2697995"/>
                  </a:lnTo>
                  <a:lnTo>
                    <a:pt x="4210653" y="2674461"/>
                  </a:lnTo>
                  <a:lnTo>
                    <a:pt x="4234187" y="2639544"/>
                  </a:lnTo>
                  <a:lnTo>
                    <a:pt x="4242816" y="2596768"/>
                  </a:lnTo>
                  <a:lnTo>
                    <a:pt x="4242816" y="109854"/>
                  </a:lnTo>
                  <a:lnTo>
                    <a:pt x="4234187" y="67079"/>
                  </a:lnTo>
                  <a:lnTo>
                    <a:pt x="4210653" y="32162"/>
                  </a:lnTo>
                  <a:lnTo>
                    <a:pt x="4175736" y="8628"/>
                  </a:lnTo>
                  <a:lnTo>
                    <a:pt x="4132961" y="0"/>
                  </a:lnTo>
                  <a:close/>
                </a:path>
              </a:pathLst>
            </a:custGeom>
            <a:solidFill>
              <a:srgbClr val="FF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93792" y="2020823"/>
              <a:ext cx="4243070" cy="585470"/>
            </a:xfrm>
            <a:custGeom>
              <a:avLst/>
              <a:gdLst/>
              <a:ahLst/>
              <a:cxnLst/>
              <a:rect l="l" t="t" r="r" b="b"/>
              <a:pathLst>
                <a:path w="4243070" h="585469">
                  <a:moveTo>
                    <a:pt x="4242816" y="320040"/>
                  </a:moveTo>
                  <a:lnTo>
                    <a:pt x="4239222" y="302234"/>
                  </a:lnTo>
                  <a:lnTo>
                    <a:pt x="4229430" y="287705"/>
                  </a:lnTo>
                  <a:lnTo>
                    <a:pt x="4214901" y="277914"/>
                  </a:lnTo>
                  <a:lnTo>
                    <a:pt x="4197096" y="274320"/>
                  </a:lnTo>
                  <a:lnTo>
                    <a:pt x="2412530" y="274320"/>
                  </a:lnTo>
                  <a:lnTo>
                    <a:pt x="2410180" y="245160"/>
                  </a:lnTo>
                  <a:lnTo>
                    <a:pt x="2399080" y="200152"/>
                  </a:lnTo>
                  <a:lnTo>
                    <a:pt x="2381339" y="158165"/>
                  </a:lnTo>
                  <a:lnTo>
                    <a:pt x="2357539" y="119824"/>
                  </a:lnTo>
                  <a:lnTo>
                    <a:pt x="2328291" y="85725"/>
                  </a:lnTo>
                  <a:lnTo>
                    <a:pt x="2294191" y="56476"/>
                  </a:lnTo>
                  <a:lnTo>
                    <a:pt x="2255850" y="32677"/>
                  </a:lnTo>
                  <a:lnTo>
                    <a:pt x="2213864" y="14935"/>
                  </a:lnTo>
                  <a:lnTo>
                    <a:pt x="2168855" y="3835"/>
                  </a:lnTo>
                  <a:lnTo>
                    <a:pt x="2121408" y="0"/>
                  </a:lnTo>
                  <a:lnTo>
                    <a:pt x="2073948" y="3835"/>
                  </a:lnTo>
                  <a:lnTo>
                    <a:pt x="2028939" y="14935"/>
                  </a:lnTo>
                  <a:lnTo>
                    <a:pt x="1986953" y="32677"/>
                  </a:lnTo>
                  <a:lnTo>
                    <a:pt x="1948611" y="56476"/>
                  </a:lnTo>
                  <a:lnTo>
                    <a:pt x="1914525" y="85725"/>
                  </a:lnTo>
                  <a:lnTo>
                    <a:pt x="1885264" y="119824"/>
                  </a:lnTo>
                  <a:lnTo>
                    <a:pt x="1861464" y="158165"/>
                  </a:lnTo>
                  <a:lnTo>
                    <a:pt x="1843722" y="200152"/>
                  </a:lnTo>
                  <a:lnTo>
                    <a:pt x="1832622" y="245160"/>
                  </a:lnTo>
                  <a:lnTo>
                    <a:pt x="1830273" y="274320"/>
                  </a:lnTo>
                  <a:lnTo>
                    <a:pt x="45720" y="274320"/>
                  </a:lnTo>
                  <a:lnTo>
                    <a:pt x="27901" y="277914"/>
                  </a:lnTo>
                  <a:lnTo>
                    <a:pt x="13373" y="287705"/>
                  </a:lnTo>
                  <a:lnTo>
                    <a:pt x="3581" y="302234"/>
                  </a:lnTo>
                  <a:lnTo>
                    <a:pt x="0" y="320040"/>
                  </a:lnTo>
                  <a:lnTo>
                    <a:pt x="3581" y="337858"/>
                  </a:lnTo>
                  <a:lnTo>
                    <a:pt x="13373" y="352386"/>
                  </a:lnTo>
                  <a:lnTo>
                    <a:pt x="27901" y="362178"/>
                  </a:lnTo>
                  <a:lnTo>
                    <a:pt x="45720" y="365760"/>
                  </a:lnTo>
                  <a:lnTo>
                    <a:pt x="1838947" y="365760"/>
                  </a:lnTo>
                  <a:lnTo>
                    <a:pt x="1843722" y="385076"/>
                  </a:lnTo>
                  <a:lnTo>
                    <a:pt x="1861464" y="427062"/>
                  </a:lnTo>
                  <a:lnTo>
                    <a:pt x="1885264" y="465404"/>
                  </a:lnTo>
                  <a:lnTo>
                    <a:pt x="1914512" y="499503"/>
                  </a:lnTo>
                  <a:lnTo>
                    <a:pt x="1948611" y="528751"/>
                  </a:lnTo>
                  <a:lnTo>
                    <a:pt x="1986953" y="552551"/>
                  </a:lnTo>
                  <a:lnTo>
                    <a:pt x="2028939" y="570293"/>
                  </a:lnTo>
                  <a:lnTo>
                    <a:pt x="2073948" y="581393"/>
                  </a:lnTo>
                  <a:lnTo>
                    <a:pt x="2121408" y="585216"/>
                  </a:lnTo>
                  <a:lnTo>
                    <a:pt x="2168855" y="581393"/>
                  </a:lnTo>
                  <a:lnTo>
                    <a:pt x="2213864" y="570293"/>
                  </a:lnTo>
                  <a:lnTo>
                    <a:pt x="2255850" y="552551"/>
                  </a:lnTo>
                  <a:lnTo>
                    <a:pt x="2294191" y="528751"/>
                  </a:lnTo>
                  <a:lnTo>
                    <a:pt x="2328291" y="499503"/>
                  </a:lnTo>
                  <a:lnTo>
                    <a:pt x="2357539" y="465404"/>
                  </a:lnTo>
                  <a:lnTo>
                    <a:pt x="2381339" y="427062"/>
                  </a:lnTo>
                  <a:lnTo>
                    <a:pt x="2399080" y="385076"/>
                  </a:lnTo>
                  <a:lnTo>
                    <a:pt x="2403843" y="365760"/>
                  </a:lnTo>
                  <a:lnTo>
                    <a:pt x="4197096" y="365760"/>
                  </a:lnTo>
                  <a:lnTo>
                    <a:pt x="4214901" y="362178"/>
                  </a:lnTo>
                  <a:lnTo>
                    <a:pt x="4229430" y="352386"/>
                  </a:lnTo>
                  <a:lnTo>
                    <a:pt x="4239222" y="337858"/>
                  </a:lnTo>
                  <a:lnTo>
                    <a:pt x="4242816" y="320040"/>
                  </a:lnTo>
                  <a:close/>
                </a:path>
              </a:pathLst>
            </a:custGeom>
            <a:solidFill>
              <a:srgbClr val="1A2C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01284" y="2200727"/>
              <a:ext cx="227952" cy="225167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491353" y="2597631"/>
            <a:ext cx="3654425" cy="1895475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492125">
              <a:lnSpc>
                <a:spcPct val="100000"/>
              </a:lnSpc>
              <a:spcBef>
                <a:spcPts val="1515"/>
              </a:spcBef>
            </a:pPr>
            <a:r>
              <a:rPr sz="2000" b="1" dirty="0">
                <a:solidFill>
                  <a:srgbClr val="3A3535"/>
                </a:solidFill>
                <a:latin typeface="Trebuchet MS"/>
                <a:cs typeface="Trebuchet MS"/>
              </a:rPr>
              <a:t>Hand</a:t>
            </a:r>
            <a:r>
              <a:rPr sz="2000" b="1" spc="-21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b="1" spc="-50" dirty="0">
                <a:solidFill>
                  <a:srgbClr val="3A3535"/>
                </a:solidFill>
                <a:latin typeface="Trebuchet MS"/>
                <a:cs typeface="Trebuchet MS"/>
              </a:rPr>
              <a:t>Detection</a:t>
            </a:r>
            <a:r>
              <a:rPr sz="2000" b="1" spc="-11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3A3535"/>
                </a:solidFill>
                <a:latin typeface="Trebuchet MS"/>
                <a:cs typeface="Trebuchet MS"/>
              </a:rPr>
              <a:t>Module</a:t>
            </a:r>
            <a:endParaRPr sz="2000">
              <a:latin typeface="Trebuchet MS"/>
              <a:cs typeface="Trebuchet MS"/>
            </a:endParaRPr>
          </a:p>
          <a:p>
            <a:pPr marL="12700" marR="5080" indent="124460" algn="just">
              <a:lnSpc>
                <a:spcPct val="115700"/>
              </a:lnSpc>
              <a:spcBef>
                <a:spcPts val="915"/>
              </a:spcBef>
            </a:pP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Uses</a:t>
            </a:r>
            <a:r>
              <a:rPr sz="1800" spc="-6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MediaPipe</a:t>
            </a:r>
            <a:r>
              <a:rPr sz="1800" spc="-6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to</a:t>
            </a:r>
            <a:r>
              <a:rPr sz="1800" spc="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detect</a:t>
            </a:r>
            <a:r>
              <a:rPr sz="1800" spc="-9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A3535"/>
                </a:solidFill>
                <a:latin typeface="Verdana"/>
                <a:cs typeface="Verdana"/>
              </a:rPr>
              <a:t>and </a:t>
            </a:r>
            <a:r>
              <a:rPr sz="1800" spc="-35" dirty="0">
                <a:solidFill>
                  <a:srgbClr val="3A3535"/>
                </a:solidFill>
                <a:latin typeface="Verdana"/>
                <a:cs typeface="Verdana"/>
              </a:rPr>
              <a:t>track</a:t>
            </a:r>
            <a:r>
              <a:rPr sz="1800" spc="-12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565" dirty="0">
                <a:solidFill>
                  <a:srgbClr val="3A3535"/>
                </a:solidFill>
                <a:latin typeface="Verdana"/>
                <a:cs typeface="Verdana"/>
              </a:rPr>
              <a:t>21</a:t>
            </a:r>
            <a:r>
              <a:rPr sz="1800" spc="40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A3535"/>
                </a:solidFill>
                <a:latin typeface="Verdana"/>
                <a:cs typeface="Verdana"/>
              </a:rPr>
              <a:t>hand</a:t>
            </a:r>
            <a:r>
              <a:rPr sz="1800" spc="-13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3A3535"/>
                </a:solidFill>
                <a:latin typeface="Verdana"/>
                <a:cs typeface="Verdana"/>
              </a:rPr>
              <a:t>landmarks</a:t>
            </a:r>
            <a:r>
              <a:rPr sz="1800" spc="-9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3A3535"/>
                </a:solidFill>
                <a:latin typeface="Verdana"/>
                <a:cs typeface="Verdana"/>
              </a:rPr>
              <a:t>in</a:t>
            </a:r>
            <a:r>
              <a:rPr sz="1800" spc="-7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A3535"/>
                </a:solidFill>
                <a:latin typeface="Verdana"/>
                <a:cs typeface="Verdana"/>
              </a:rPr>
              <a:t>real </a:t>
            </a:r>
            <a:r>
              <a:rPr sz="1800" spc="-75" dirty="0">
                <a:solidFill>
                  <a:srgbClr val="3A3535"/>
                </a:solidFill>
                <a:latin typeface="Verdana"/>
                <a:cs typeface="Verdana"/>
              </a:rPr>
              <a:t>time,</a:t>
            </a:r>
            <a:r>
              <a:rPr sz="1800" spc="-8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capturing</a:t>
            </a:r>
            <a:r>
              <a:rPr sz="1800" spc="-12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finger</a:t>
            </a:r>
            <a:r>
              <a:rPr sz="1800" spc="-8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positions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and</a:t>
            </a:r>
            <a:r>
              <a:rPr sz="1800" spc="-24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hand</a:t>
            </a:r>
            <a:r>
              <a:rPr sz="1800" spc="-24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orientation</a:t>
            </a:r>
            <a:r>
              <a:rPr sz="1800" spc="-14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3A3535"/>
                </a:solidFill>
                <a:latin typeface="Verdana"/>
                <a:cs typeface="Verdana"/>
              </a:rPr>
              <a:t>accurately.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628631" y="2020823"/>
            <a:ext cx="4243070" cy="2999740"/>
            <a:chOff x="9628631" y="2020823"/>
            <a:chExt cx="4243070" cy="2999740"/>
          </a:xfrm>
        </p:grpSpPr>
        <p:sp>
          <p:nvSpPr>
            <p:cNvPr id="16" name="object 16"/>
            <p:cNvSpPr/>
            <p:nvPr/>
          </p:nvSpPr>
          <p:spPr>
            <a:xfrm>
              <a:off x="9628631" y="2313431"/>
              <a:ext cx="4243070" cy="2707005"/>
            </a:xfrm>
            <a:custGeom>
              <a:avLst/>
              <a:gdLst/>
              <a:ahLst/>
              <a:cxnLst/>
              <a:rect l="l" t="t" r="r" b="b"/>
              <a:pathLst>
                <a:path w="4243069" h="2707004">
                  <a:moveTo>
                    <a:pt x="4132960" y="0"/>
                  </a:moveTo>
                  <a:lnTo>
                    <a:pt x="109854" y="0"/>
                  </a:lnTo>
                  <a:lnTo>
                    <a:pt x="67079" y="8628"/>
                  </a:lnTo>
                  <a:lnTo>
                    <a:pt x="32162" y="32162"/>
                  </a:lnTo>
                  <a:lnTo>
                    <a:pt x="8628" y="67079"/>
                  </a:lnTo>
                  <a:lnTo>
                    <a:pt x="0" y="109854"/>
                  </a:lnTo>
                  <a:lnTo>
                    <a:pt x="0" y="2596768"/>
                  </a:lnTo>
                  <a:lnTo>
                    <a:pt x="8628" y="2639544"/>
                  </a:lnTo>
                  <a:lnTo>
                    <a:pt x="32162" y="2674461"/>
                  </a:lnTo>
                  <a:lnTo>
                    <a:pt x="67079" y="2697995"/>
                  </a:lnTo>
                  <a:lnTo>
                    <a:pt x="109854" y="2706623"/>
                  </a:lnTo>
                  <a:lnTo>
                    <a:pt x="4132960" y="2706623"/>
                  </a:lnTo>
                  <a:lnTo>
                    <a:pt x="4175736" y="2697995"/>
                  </a:lnTo>
                  <a:lnTo>
                    <a:pt x="4210653" y="2674461"/>
                  </a:lnTo>
                  <a:lnTo>
                    <a:pt x="4234187" y="2639544"/>
                  </a:lnTo>
                  <a:lnTo>
                    <a:pt x="4242816" y="2596768"/>
                  </a:lnTo>
                  <a:lnTo>
                    <a:pt x="4242816" y="109854"/>
                  </a:lnTo>
                  <a:lnTo>
                    <a:pt x="4234187" y="67079"/>
                  </a:lnTo>
                  <a:lnTo>
                    <a:pt x="4210653" y="32162"/>
                  </a:lnTo>
                  <a:lnTo>
                    <a:pt x="4175736" y="8628"/>
                  </a:lnTo>
                  <a:lnTo>
                    <a:pt x="4132960" y="0"/>
                  </a:lnTo>
                  <a:close/>
                </a:path>
              </a:pathLst>
            </a:custGeom>
            <a:solidFill>
              <a:srgbClr val="FF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628632" y="2020823"/>
              <a:ext cx="4243070" cy="585470"/>
            </a:xfrm>
            <a:custGeom>
              <a:avLst/>
              <a:gdLst/>
              <a:ahLst/>
              <a:cxnLst/>
              <a:rect l="l" t="t" r="r" b="b"/>
              <a:pathLst>
                <a:path w="4243069" h="585469">
                  <a:moveTo>
                    <a:pt x="4242816" y="320040"/>
                  </a:moveTo>
                  <a:lnTo>
                    <a:pt x="4239222" y="302234"/>
                  </a:lnTo>
                  <a:lnTo>
                    <a:pt x="4229430" y="287705"/>
                  </a:lnTo>
                  <a:lnTo>
                    <a:pt x="4214901" y="277914"/>
                  </a:lnTo>
                  <a:lnTo>
                    <a:pt x="4197096" y="274320"/>
                  </a:lnTo>
                  <a:lnTo>
                    <a:pt x="2412530" y="274320"/>
                  </a:lnTo>
                  <a:lnTo>
                    <a:pt x="2410180" y="245160"/>
                  </a:lnTo>
                  <a:lnTo>
                    <a:pt x="2399080" y="200152"/>
                  </a:lnTo>
                  <a:lnTo>
                    <a:pt x="2381339" y="158165"/>
                  </a:lnTo>
                  <a:lnTo>
                    <a:pt x="2357539" y="119824"/>
                  </a:lnTo>
                  <a:lnTo>
                    <a:pt x="2328291" y="85725"/>
                  </a:lnTo>
                  <a:lnTo>
                    <a:pt x="2294191" y="56476"/>
                  </a:lnTo>
                  <a:lnTo>
                    <a:pt x="2255850" y="32677"/>
                  </a:lnTo>
                  <a:lnTo>
                    <a:pt x="2213864" y="14935"/>
                  </a:lnTo>
                  <a:lnTo>
                    <a:pt x="2168855" y="3835"/>
                  </a:lnTo>
                  <a:lnTo>
                    <a:pt x="2121408" y="0"/>
                  </a:lnTo>
                  <a:lnTo>
                    <a:pt x="2073948" y="3835"/>
                  </a:lnTo>
                  <a:lnTo>
                    <a:pt x="2028939" y="14935"/>
                  </a:lnTo>
                  <a:lnTo>
                    <a:pt x="1986953" y="32677"/>
                  </a:lnTo>
                  <a:lnTo>
                    <a:pt x="1948611" y="56476"/>
                  </a:lnTo>
                  <a:lnTo>
                    <a:pt x="1914525" y="85725"/>
                  </a:lnTo>
                  <a:lnTo>
                    <a:pt x="1885264" y="119824"/>
                  </a:lnTo>
                  <a:lnTo>
                    <a:pt x="1861464" y="158165"/>
                  </a:lnTo>
                  <a:lnTo>
                    <a:pt x="1843722" y="200152"/>
                  </a:lnTo>
                  <a:lnTo>
                    <a:pt x="1832622" y="245160"/>
                  </a:lnTo>
                  <a:lnTo>
                    <a:pt x="1830273" y="274320"/>
                  </a:lnTo>
                  <a:lnTo>
                    <a:pt x="45720" y="274320"/>
                  </a:lnTo>
                  <a:lnTo>
                    <a:pt x="27901" y="277914"/>
                  </a:lnTo>
                  <a:lnTo>
                    <a:pt x="13373" y="287705"/>
                  </a:lnTo>
                  <a:lnTo>
                    <a:pt x="3581" y="302234"/>
                  </a:lnTo>
                  <a:lnTo>
                    <a:pt x="0" y="320040"/>
                  </a:lnTo>
                  <a:lnTo>
                    <a:pt x="3581" y="337858"/>
                  </a:lnTo>
                  <a:lnTo>
                    <a:pt x="13373" y="352386"/>
                  </a:lnTo>
                  <a:lnTo>
                    <a:pt x="27901" y="362178"/>
                  </a:lnTo>
                  <a:lnTo>
                    <a:pt x="45720" y="365760"/>
                  </a:lnTo>
                  <a:lnTo>
                    <a:pt x="1838947" y="365760"/>
                  </a:lnTo>
                  <a:lnTo>
                    <a:pt x="1843722" y="385076"/>
                  </a:lnTo>
                  <a:lnTo>
                    <a:pt x="1861464" y="427062"/>
                  </a:lnTo>
                  <a:lnTo>
                    <a:pt x="1885264" y="465404"/>
                  </a:lnTo>
                  <a:lnTo>
                    <a:pt x="1914525" y="499503"/>
                  </a:lnTo>
                  <a:lnTo>
                    <a:pt x="1948611" y="528751"/>
                  </a:lnTo>
                  <a:lnTo>
                    <a:pt x="1986953" y="552551"/>
                  </a:lnTo>
                  <a:lnTo>
                    <a:pt x="2028939" y="570293"/>
                  </a:lnTo>
                  <a:lnTo>
                    <a:pt x="2073948" y="581393"/>
                  </a:lnTo>
                  <a:lnTo>
                    <a:pt x="2121408" y="585216"/>
                  </a:lnTo>
                  <a:lnTo>
                    <a:pt x="2168855" y="581393"/>
                  </a:lnTo>
                  <a:lnTo>
                    <a:pt x="2213864" y="570293"/>
                  </a:lnTo>
                  <a:lnTo>
                    <a:pt x="2255850" y="552551"/>
                  </a:lnTo>
                  <a:lnTo>
                    <a:pt x="2294191" y="528751"/>
                  </a:lnTo>
                  <a:lnTo>
                    <a:pt x="2328291" y="499503"/>
                  </a:lnTo>
                  <a:lnTo>
                    <a:pt x="2357539" y="465404"/>
                  </a:lnTo>
                  <a:lnTo>
                    <a:pt x="2381339" y="427062"/>
                  </a:lnTo>
                  <a:lnTo>
                    <a:pt x="2399080" y="385076"/>
                  </a:lnTo>
                  <a:lnTo>
                    <a:pt x="2403843" y="365760"/>
                  </a:lnTo>
                  <a:lnTo>
                    <a:pt x="4197096" y="365760"/>
                  </a:lnTo>
                  <a:lnTo>
                    <a:pt x="4214901" y="362178"/>
                  </a:lnTo>
                  <a:lnTo>
                    <a:pt x="4229430" y="352386"/>
                  </a:lnTo>
                  <a:lnTo>
                    <a:pt x="4239222" y="337858"/>
                  </a:lnTo>
                  <a:lnTo>
                    <a:pt x="4242816" y="320040"/>
                  </a:lnTo>
                  <a:close/>
                </a:path>
              </a:pathLst>
            </a:custGeom>
            <a:solidFill>
              <a:srgbClr val="1A2C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667282" y="2210877"/>
              <a:ext cx="165735" cy="206375"/>
            </a:xfrm>
            <a:custGeom>
              <a:avLst/>
              <a:gdLst/>
              <a:ahLst/>
              <a:cxnLst/>
              <a:rect l="l" t="t" r="r" b="b"/>
              <a:pathLst>
                <a:path w="165734" h="206375">
                  <a:moveTo>
                    <a:pt x="80920" y="0"/>
                  </a:moveTo>
                  <a:lnTo>
                    <a:pt x="112790" y="4131"/>
                  </a:lnTo>
                  <a:lnTo>
                    <a:pt x="118229" y="5767"/>
                  </a:lnTo>
                </a:path>
                <a:path w="165734" h="206375">
                  <a:moveTo>
                    <a:pt x="82232" y="206323"/>
                  </a:moveTo>
                  <a:lnTo>
                    <a:pt x="42217" y="198694"/>
                  </a:lnTo>
                  <a:lnTo>
                    <a:pt x="7527" y="174215"/>
                  </a:lnTo>
                  <a:lnTo>
                    <a:pt x="0" y="166747"/>
                  </a:lnTo>
                </a:path>
                <a:path w="165734" h="206375">
                  <a:moveTo>
                    <a:pt x="118229" y="5767"/>
                  </a:moveTo>
                  <a:lnTo>
                    <a:pt x="152564" y="25959"/>
                  </a:lnTo>
                  <a:lnTo>
                    <a:pt x="165169" y="38626"/>
                  </a:lnTo>
                </a:path>
              </a:pathLst>
            </a:custGeom>
            <a:ln w="966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39044" y="2199515"/>
              <a:ext cx="81652" cy="11792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1642539" y="2224661"/>
              <a:ext cx="215265" cy="198120"/>
            </a:xfrm>
            <a:custGeom>
              <a:avLst/>
              <a:gdLst/>
              <a:ahLst/>
              <a:cxnLst/>
              <a:rect l="l" t="t" r="r" b="b"/>
              <a:pathLst>
                <a:path w="215265" h="198119">
                  <a:moveTo>
                    <a:pt x="215012" y="0"/>
                  </a:moveTo>
                  <a:lnTo>
                    <a:pt x="214539" y="57348"/>
                  </a:lnTo>
                </a:path>
                <a:path w="215265" h="198119">
                  <a:moveTo>
                    <a:pt x="214539" y="57348"/>
                  </a:moveTo>
                  <a:lnTo>
                    <a:pt x="158445" y="56404"/>
                  </a:lnTo>
                </a:path>
                <a:path w="215265" h="198119">
                  <a:moveTo>
                    <a:pt x="215012" y="0"/>
                  </a:moveTo>
                  <a:lnTo>
                    <a:pt x="158445" y="56404"/>
                  </a:lnTo>
                </a:path>
                <a:path w="215265" h="198119">
                  <a:moveTo>
                    <a:pt x="198644" y="197771"/>
                  </a:moveTo>
                  <a:lnTo>
                    <a:pt x="141161" y="139913"/>
                  </a:lnTo>
                </a:path>
                <a:path w="215265" h="198119">
                  <a:moveTo>
                    <a:pt x="198644" y="197771"/>
                  </a:moveTo>
                  <a:lnTo>
                    <a:pt x="140314" y="197865"/>
                  </a:lnTo>
                </a:path>
                <a:path w="215265" h="198119">
                  <a:moveTo>
                    <a:pt x="141161" y="139913"/>
                  </a:moveTo>
                  <a:lnTo>
                    <a:pt x="140314" y="197865"/>
                  </a:lnTo>
                </a:path>
                <a:path w="215265" h="198119">
                  <a:moveTo>
                    <a:pt x="172802" y="171707"/>
                  </a:moveTo>
                  <a:lnTo>
                    <a:pt x="185433" y="160161"/>
                  </a:lnTo>
                  <a:lnTo>
                    <a:pt x="195856" y="146741"/>
                  </a:lnTo>
                  <a:lnTo>
                    <a:pt x="203869" y="131757"/>
                  </a:lnTo>
                  <a:lnTo>
                    <a:pt x="209273" y="115519"/>
                  </a:lnTo>
                </a:path>
                <a:path w="215265" h="198119">
                  <a:moveTo>
                    <a:pt x="56578" y="121342"/>
                  </a:moveTo>
                  <a:lnTo>
                    <a:pt x="0" y="121487"/>
                  </a:lnTo>
                </a:path>
                <a:path w="215265" h="198119">
                  <a:moveTo>
                    <a:pt x="56578" y="121342"/>
                  </a:moveTo>
                  <a:lnTo>
                    <a:pt x="287" y="177451"/>
                  </a:lnTo>
                </a:path>
                <a:path w="215265" h="198119">
                  <a:moveTo>
                    <a:pt x="287" y="177451"/>
                  </a:moveTo>
                  <a:lnTo>
                    <a:pt x="0" y="121487"/>
                  </a:lnTo>
                </a:path>
                <a:path w="215265" h="198119">
                  <a:moveTo>
                    <a:pt x="209276" y="115519"/>
                  </a:moveTo>
                  <a:lnTo>
                    <a:pt x="212452" y="90181"/>
                  </a:lnTo>
                </a:path>
              </a:pathLst>
            </a:custGeom>
            <a:ln w="966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0025888" y="2597631"/>
            <a:ext cx="3460115" cy="2216150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15"/>
              </a:spcBef>
            </a:pPr>
            <a:r>
              <a:rPr sz="2000" b="1" spc="-50" dirty="0">
                <a:solidFill>
                  <a:srgbClr val="3A3535"/>
                </a:solidFill>
                <a:latin typeface="Trebuchet MS"/>
                <a:cs typeface="Trebuchet MS"/>
              </a:rPr>
              <a:t>Gesture</a:t>
            </a:r>
            <a:r>
              <a:rPr sz="2000" b="1" spc="-13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b="1" spc="-25" dirty="0">
                <a:solidFill>
                  <a:srgbClr val="3A3535"/>
                </a:solidFill>
                <a:latin typeface="Trebuchet MS"/>
                <a:cs typeface="Trebuchet MS"/>
              </a:rPr>
              <a:t>Analysis</a:t>
            </a:r>
            <a:r>
              <a:rPr sz="2000" b="1" spc="-12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3A3535"/>
                </a:solidFill>
                <a:latin typeface="Trebuchet MS"/>
                <a:cs typeface="Trebuchet MS"/>
              </a:rPr>
              <a:t>Module</a:t>
            </a:r>
            <a:endParaRPr sz="2000">
              <a:latin typeface="Trebuchet MS"/>
              <a:cs typeface="Trebuchet MS"/>
            </a:endParaRPr>
          </a:p>
          <a:p>
            <a:pPr marL="12700" marR="5080" indent="-1905" algn="ctr">
              <a:lnSpc>
                <a:spcPct val="115900"/>
              </a:lnSpc>
              <a:spcBef>
                <a:spcPts val="910"/>
              </a:spcBef>
            </a:pP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Calculates</a:t>
            </a:r>
            <a:r>
              <a:rPr sz="1800" spc="-20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Euclidean</a:t>
            </a:r>
            <a:r>
              <a:rPr sz="1800" spc="-16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distance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between</a:t>
            </a:r>
            <a:r>
              <a:rPr sz="1800" spc="-15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A3535"/>
                </a:solidFill>
                <a:latin typeface="Verdana"/>
                <a:cs typeface="Verdana"/>
              </a:rPr>
              <a:t>thumb</a:t>
            </a:r>
            <a:r>
              <a:rPr sz="1800" spc="-16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3A3535"/>
                </a:solidFill>
                <a:latin typeface="Verdana"/>
                <a:cs typeface="Verdana"/>
              </a:rPr>
              <a:t>tip</a:t>
            </a:r>
            <a:r>
              <a:rPr sz="1800" spc="-23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and</a:t>
            </a:r>
            <a:r>
              <a:rPr sz="1800" spc="-16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index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finger</a:t>
            </a:r>
            <a:r>
              <a:rPr sz="1800" spc="-19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3A3535"/>
                </a:solidFill>
                <a:latin typeface="Verdana"/>
                <a:cs typeface="Verdana"/>
              </a:rPr>
              <a:t>tip.</a:t>
            </a:r>
            <a:r>
              <a:rPr sz="1800" spc="-7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Applies</a:t>
            </a:r>
            <a:r>
              <a:rPr sz="1800" spc="-13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smoothing </a:t>
            </a:r>
            <a:r>
              <a:rPr sz="1800" spc="-25" dirty="0">
                <a:solidFill>
                  <a:srgbClr val="3A3535"/>
                </a:solidFill>
                <a:latin typeface="Verdana"/>
                <a:cs typeface="Verdana"/>
              </a:rPr>
              <a:t>algorithms</a:t>
            </a:r>
            <a:r>
              <a:rPr sz="1800" spc="-14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80" dirty="0">
                <a:solidFill>
                  <a:srgbClr val="3A3535"/>
                </a:solidFill>
                <a:latin typeface="Verdana"/>
                <a:cs typeface="Verdana"/>
              </a:rPr>
              <a:t>to</a:t>
            </a:r>
            <a:r>
              <a:rPr sz="1800" spc="-17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reduce</a:t>
            </a:r>
            <a:r>
              <a:rPr sz="1800" spc="-15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A3535"/>
                </a:solidFill>
                <a:latin typeface="Verdana"/>
                <a:cs typeface="Verdana"/>
              </a:rPr>
              <a:t>jitter</a:t>
            </a:r>
            <a:r>
              <a:rPr sz="1800" spc="-12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A3535"/>
                </a:solidFill>
                <a:latin typeface="Verdana"/>
                <a:cs typeface="Verdana"/>
              </a:rPr>
              <a:t>and </a:t>
            </a:r>
            <a:r>
              <a:rPr sz="1800" spc="-35" dirty="0">
                <a:solidFill>
                  <a:srgbClr val="3A3535"/>
                </a:solidFill>
                <a:latin typeface="Verdana"/>
                <a:cs typeface="Verdana"/>
              </a:rPr>
              <a:t>ensure</a:t>
            </a:r>
            <a:r>
              <a:rPr sz="1800" spc="-9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A3535"/>
                </a:solidFill>
                <a:latin typeface="Verdana"/>
                <a:cs typeface="Verdana"/>
              </a:rPr>
              <a:t>stable</a:t>
            </a:r>
            <a:r>
              <a:rPr sz="1800" spc="-17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readings.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58951" y="5212079"/>
            <a:ext cx="6456045" cy="2368550"/>
            <a:chOff x="758951" y="5212079"/>
            <a:chExt cx="6456045" cy="2368550"/>
          </a:xfrm>
        </p:grpSpPr>
        <p:sp>
          <p:nvSpPr>
            <p:cNvPr id="23" name="object 23"/>
            <p:cNvSpPr/>
            <p:nvPr/>
          </p:nvSpPr>
          <p:spPr>
            <a:xfrm>
              <a:off x="758951" y="5504687"/>
              <a:ext cx="6456045" cy="2075814"/>
            </a:xfrm>
            <a:custGeom>
              <a:avLst/>
              <a:gdLst/>
              <a:ahLst/>
              <a:cxnLst/>
              <a:rect l="l" t="t" r="r" b="b"/>
              <a:pathLst>
                <a:path w="6456045" h="2075815">
                  <a:moveTo>
                    <a:pt x="6346063" y="0"/>
                  </a:moveTo>
                  <a:lnTo>
                    <a:pt x="109575" y="0"/>
                  </a:lnTo>
                  <a:lnTo>
                    <a:pt x="66924" y="8606"/>
                  </a:lnTo>
                  <a:lnTo>
                    <a:pt x="32094" y="32083"/>
                  </a:lnTo>
                  <a:lnTo>
                    <a:pt x="8611" y="66919"/>
                  </a:lnTo>
                  <a:lnTo>
                    <a:pt x="0" y="109600"/>
                  </a:lnTo>
                  <a:lnTo>
                    <a:pt x="0" y="1966112"/>
                  </a:lnTo>
                  <a:lnTo>
                    <a:pt x="8611" y="2008763"/>
                  </a:lnTo>
                  <a:lnTo>
                    <a:pt x="32094" y="2043593"/>
                  </a:lnTo>
                  <a:lnTo>
                    <a:pt x="66924" y="2067076"/>
                  </a:lnTo>
                  <a:lnTo>
                    <a:pt x="109575" y="2075688"/>
                  </a:lnTo>
                  <a:lnTo>
                    <a:pt x="6346063" y="2075688"/>
                  </a:lnTo>
                  <a:lnTo>
                    <a:pt x="6388744" y="2067076"/>
                  </a:lnTo>
                  <a:lnTo>
                    <a:pt x="6423580" y="2043593"/>
                  </a:lnTo>
                  <a:lnTo>
                    <a:pt x="6447057" y="2008763"/>
                  </a:lnTo>
                  <a:lnTo>
                    <a:pt x="6455664" y="1966112"/>
                  </a:lnTo>
                  <a:lnTo>
                    <a:pt x="6455664" y="109600"/>
                  </a:lnTo>
                  <a:lnTo>
                    <a:pt x="6447057" y="66919"/>
                  </a:lnTo>
                  <a:lnTo>
                    <a:pt x="6423580" y="32083"/>
                  </a:lnTo>
                  <a:lnTo>
                    <a:pt x="6388744" y="8606"/>
                  </a:lnTo>
                  <a:lnTo>
                    <a:pt x="6346063" y="0"/>
                  </a:lnTo>
                  <a:close/>
                </a:path>
              </a:pathLst>
            </a:custGeom>
            <a:solidFill>
              <a:srgbClr val="FF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58952" y="5212079"/>
              <a:ext cx="6456045" cy="585470"/>
            </a:xfrm>
            <a:custGeom>
              <a:avLst/>
              <a:gdLst/>
              <a:ahLst/>
              <a:cxnLst/>
              <a:rect l="l" t="t" r="r" b="b"/>
              <a:pathLst>
                <a:path w="6456045" h="585470">
                  <a:moveTo>
                    <a:pt x="6455664" y="320040"/>
                  </a:moveTo>
                  <a:lnTo>
                    <a:pt x="6452070" y="302234"/>
                  </a:lnTo>
                  <a:lnTo>
                    <a:pt x="6442278" y="287705"/>
                  </a:lnTo>
                  <a:lnTo>
                    <a:pt x="6427749" y="277914"/>
                  </a:lnTo>
                  <a:lnTo>
                    <a:pt x="6409944" y="274320"/>
                  </a:lnTo>
                  <a:lnTo>
                    <a:pt x="3518954" y="274320"/>
                  </a:lnTo>
                  <a:lnTo>
                    <a:pt x="3516604" y="245160"/>
                  </a:lnTo>
                  <a:lnTo>
                    <a:pt x="3505504" y="200152"/>
                  </a:lnTo>
                  <a:lnTo>
                    <a:pt x="3487763" y="158165"/>
                  </a:lnTo>
                  <a:lnTo>
                    <a:pt x="3463963" y="119824"/>
                  </a:lnTo>
                  <a:lnTo>
                    <a:pt x="3434715" y="85737"/>
                  </a:lnTo>
                  <a:lnTo>
                    <a:pt x="3400615" y="56476"/>
                  </a:lnTo>
                  <a:lnTo>
                    <a:pt x="3362274" y="32677"/>
                  </a:lnTo>
                  <a:lnTo>
                    <a:pt x="3320288" y="14935"/>
                  </a:lnTo>
                  <a:lnTo>
                    <a:pt x="3275279" y="3835"/>
                  </a:lnTo>
                  <a:lnTo>
                    <a:pt x="3227832" y="0"/>
                  </a:lnTo>
                  <a:lnTo>
                    <a:pt x="3180372" y="3835"/>
                  </a:lnTo>
                  <a:lnTo>
                    <a:pt x="3135363" y="14935"/>
                  </a:lnTo>
                  <a:lnTo>
                    <a:pt x="3093377" y="32677"/>
                  </a:lnTo>
                  <a:lnTo>
                    <a:pt x="3055035" y="56476"/>
                  </a:lnTo>
                  <a:lnTo>
                    <a:pt x="3020949" y="85737"/>
                  </a:lnTo>
                  <a:lnTo>
                    <a:pt x="2991688" y="119824"/>
                  </a:lnTo>
                  <a:lnTo>
                    <a:pt x="2967888" y="158165"/>
                  </a:lnTo>
                  <a:lnTo>
                    <a:pt x="2950146" y="200152"/>
                  </a:lnTo>
                  <a:lnTo>
                    <a:pt x="2939046" y="245160"/>
                  </a:lnTo>
                  <a:lnTo>
                    <a:pt x="2936697" y="274320"/>
                  </a:lnTo>
                  <a:lnTo>
                    <a:pt x="45720" y="274320"/>
                  </a:lnTo>
                  <a:lnTo>
                    <a:pt x="27914" y="277914"/>
                  </a:lnTo>
                  <a:lnTo>
                    <a:pt x="13385" y="287705"/>
                  </a:lnTo>
                  <a:lnTo>
                    <a:pt x="3581" y="302234"/>
                  </a:lnTo>
                  <a:lnTo>
                    <a:pt x="0" y="320040"/>
                  </a:lnTo>
                  <a:lnTo>
                    <a:pt x="3581" y="337858"/>
                  </a:lnTo>
                  <a:lnTo>
                    <a:pt x="13385" y="352386"/>
                  </a:lnTo>
                  <a:lnTo>
                    <a:pt x="27914" y="362178"/>
                  </a:lnTo>
                  <a:lnTo>
                    <a:pt x="45720" y="365760"/>
                  </a:lnTo>
                  <a:lnTo>
                    <a:pt x="2945371" y="365760"/>
                  </a:lnTo>
                  <a:lnTo>
                    <a:pt x="2950146" y="385076"/>
                  </a:lnTo>
                  <a:lnTo>
                    <a:pt x="2967888" y="427062"/>
                  </a:lnTo>
                  <a:lnTo>
                    <a:pt x="2991688" y="465404"/>
                  </a:lnTo>
                  <a:lnTo>
                    <a:pt x="3020949" y="499503"/>
                  </a:lnTo>
                  <a:lnTo>
                    <a:pt x="3055035" y="528751"/>
                  </a:lnTo>
                  <a:lnTo>
                    <a:pt x="3093377" y="552551"/>
                  </a:lnTo>
                  <a:lnTo>
                    <a:pt x="3135363" y="570293"/>
                  </a:lnTo>
                  <a:lnTo>
                    <a:pt x="3180372" y="581393"/>
                  </a:lnTo>
                  <a:lnTo>
                    <a:pt x="3227832" y="585216"/>
                  </a:lnTo>
                  <a:lnTo>
                    <a:pt x="3275279" y="581393"/>
                  </a:lnTo>
                  <a:lnTo>
                    <a:pt x="3320288" y="570293"/>
                  </a:lnTo>
                  <a:lnTo>
                    <a:pt x="3362274" y="552551"/>
                  </a:lnTo>
                  <a:lnTo>
                    <a:pt x="3400615" y="528751"/>
                  </a:lnTo>
                  <a:lnTo>
                    <a:pt x="3434715" y="499503"/>
                  </a:lnTo>
                  <a:lnTo>
                    <a:pt x="3463963" y="465404"/>
                  </a:lnTo>
                  <a:lnTo>
                    <a:pt x="3487763" y="427062"/>
                  </a:lnTo>
                  <a:lnTo>
                    <a:pt x="3505504" y="385076"/>
                  </a:lnTo>
                  <a:lnTo>
                    <a:pt x="3510267" y="365760"/>
                  </a:lnTo>
                  <a:lnTo>
                    <a:pt x="6409944" y="365760"/>
                  </a:lnTo>
                  <a:lnTo>
                    <a:pt x="6427749" y="362178"/>
                  </a:lnTo>
                  <a:lnTo>
                    <a:pt x="6442278" y="352386"/>
                  </a:lnTo>
                  <a:lnTo>
                    <a:pt x="6452070" y="337858"/>
                  </a:lnTo>
                  <a:lnTo>
                    <a:pt x="6455664" y="320040"/>
                  </a:lnTo>
                  <a:close/>
                </a:path>
              </a:pathLst>
            </a:custGeom>
            <a:solidFill>
              <a:srgbClr val="1A2C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72869" y="5402088"/>
              <a:ext cx="227693" cy="205003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325752" y="5791932"/>
            <a:ext cx="5335270" cy="1574165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10"/>
              </a:spcBef>
            </a:pPr>
            <a:r>
              <a:rPr sz="2000" b="1" spc="-55" dirty="0">
                <a:solidFill>
                  <a:srgbClr val="3A3535"/>
                </a:solidFill>
                <a:latin typeface="Trebuchet MS"/>
                <a:cs typeface="Trebuchet MS"/>
              </a:rPr>
              <a:t>Volume</a:t>
            </a:r>
            <a:r>
              <a:rPr sz="2000" b="1" spc="-24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A3535"/>
                </a:solidFill>
                <a:latin typeface="Trebuchet MS"/>
                <a:cs typeface="Trebuchet MS"/>
              </a:rPr>
              <a:t>Mapping</a:t>
            </a:r>
            <a:r>
              <a:rPr sz="2000" b="1" spc="-22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3A3535"/>
                </a:solidFill>
                <a:latin typeface="Trebuchet MS"/>
                <a:cs typeface="Trebuchet MS"/>
              </a:rPr>
              <a:t>Module</a:t>
            </a:r>
            <a:endParaRPr sz="2000">
              <a:latin typeface="Trebuchet MS"/>
              <a:cs typeface="Trebuchet MS"/>
            </a:endParaRPr>
          </a:p>
          <a:p>
            <a:pPr marL="12065" marR="5080" indent="-11430" algn="ctr">
              <a:lnSpc>
                <a:spcPct val="115100"/>
              </a:lnSpc>
              <a:spcBef>
                <a:spcPts val="919"/>
              </a:spcBef>
            </a:pP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Converts</a:t>
            </a:r>
            <a:r>
              <a:rPr sz="1800" spc="-114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finger</a:t>
            </a:r>
            <a:r>
              <a:rPr sz="1800" spc="-10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distance</a:t>
            </a:r>
            <a:r>
              <a:rPr sz="1800" spc="-12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3A3535"/>
                </a:solidFill>
                <a:latin typeface="Verdana"/>
                <a:cs typeface="Verdana"/>
              </a:rPr>
              <a:t>measurements</a:t>
            </a:r>
            <a:r>
              <a:rPr sz="1800" spc="-114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A3535"/>
                </a:solidFill>
                <a:latin typeface="Verdana"/>
                <a:cs typeface="Verdana"/>
              </a:rPr>
              <a:t>into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percentage</a:t>
            </a:r>
            <a:r>
              <a:rPr sz="1800" spc="-13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3A3535"/>
                </a:solidFill>
                <a:latin typeface="Verdana"/>
                <a:cs typeface="Verdana"/>
              </a:rPr>
              <a:t>values</a:t>
            </a:r>
            <a:r>
              <a:rPr sz="1800" spc="-12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(0-</a:t>
            </a:r>
            <a:r>
              <a:rPr sz="1800" spc="-180" dirty="0">
                <a:solidFill>
                  <a:srgbClr val="3A3535"/>
                </a:solidFill>
                <a:latin typeface="Verdana"/>
                <a:cs typeface="Verdana"/>
              </a:rPr>
              <a:t>100%).</a:t>
            </a:r>
            <a:r>
              <a:rPr sz="1800" spc="-5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3A3535"/>
                </a:solidFill>
                <a:latin typeface="Verdana"/>
                <a:cs typeface="Verdana"/>
              </a:rPr>
              <a:t>Implements</a:t>
            </a:r>
            <a:r>
              <a:rPr sz="1800" spc="-11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linear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interpolation</a:t>
            </a:r>
            <a:r>
              <a:rPr sz="1800" spc="-114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for</a:t>
            </a:r>
            <a:r>
              <a:rPr sz="1800" spc="-204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smooth</a:t>
            </a:r>
            <a:r>
              <a:rPr sz="1800" spc="-114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3A3535"/>
                </a:solidFill>
                <a:latin typeface="Verdana"/>
                <a:cs typeface="Verdana"/>
              </a:rPr>
              <a:t>volume</a:t>
            </a:r>
            <a:r>
              <a:rPr sz="1800" spc="-6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transitions.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415783" y="5212079"/>
            <a:ext cx="6456045" cy="2368550"/>
            <a:chOff x="7415783" y="5212079"/>
            <a:chExt cx="6456045" cy="2368550"/>
          </a:xfrm>
        </p:grpSpPr>
        <p:sp>
          <p:nvSpPr>
            <p:cNvPr id="28" name="object 28"/>
            <p:cNvSpPr/>
            <p:nvPr/>
          </p:nvSpPr>
          <p:spPr>
            <a:xfrm>
              <a:off x="7415783" y="5504687"/>
              <a:ext cx="6456045" cy="2075814"/>
            </a:xfrm>
            <a:custGeom>
              <a:avLst/>
              <a:gdLst/>
              <a:ahLst/>
              <a:cxnLst/>
              <a:rect l="l" t="t" r="r" b="b"/>
              <a:pathLst>
                <a:path w="6456044" h="2075815">
                  <a:moveTo>
                    <a:pt x="6346062" y="0"/>
                  </a:moveTo>
                  <a:lnTo>
                    <a:pt x="109600" y="0"/>
                  </a:lnTo>
                  <a:lnTo>
                    <a:pt x="66919" y="8606"/>
                  </a:lnTo>
                  <a:lnTo>
                    <a:pt x="32083" y="32083"/>
                  </a:lnTo>
                  <a:lnTo>
                    <a:pt x="8606" y="66919"/>
                  </a:lnTo>
                  <a:lnTo>
                    <a:pt x="0" y="109600"/>
                  </a:lnTo>
                  <a:lnTo>
                    <a:pt x="0" y="1966112"/>
                  </a:lnTo>
                  <a:lnTo>
                    <a:pt x="8606" y="2008763"/>
                  </a:lnTo>
                  <a:lnTo>
                    <a:pt x="32083" y="2043593"/>
                  </a:lnTo>
                  <a:lnTo>
                    <a:pt x="66919" y="2067076"/>
                  </a:lnTo>
                  <a:lnTo>
                    <a:pt x="109600" y="2075688"/>
                  </a:lnTo>
                  <a:lnTo>
                    <a:pt x="6346062" y="2075688"/>
                  </a:lnTo>
                  <a:lnTo>
                    <a:pt x="6388744" y="2067076"/>
                  </a:lnTo>
                  <a:lnTo>
                    <a:pt x="6423580" y="2043593"/>
                  </a:lnTo>
                  <a:lnTo>
                    <a:pt x="6447057" y="2008763"/>
                  </a:lnTo>
                  <a:lnTo>
                    <a:pt x="6455664" y="1966112"/>
                  </a:lnTo>
                  <a:lnTo>
                    <a:pt x="6455664" y="109600"/>
                  </a:lnTo>
                  <a:lnTo>
                    <a:pt x="6447057" y="66919"/>
                  </a:lnTo>
                  <a:lnTo>
                    <a:pt x="6423580" y="32083"/>
                  </a:lnTo>
                  <a:lnTo>
                    <a:pt x="6388744" y="8606"/>
                  </a:lnTo>
                  <a:lnTo>
                    <a:pt x="6346062" y="0"/>
                  </a:lnTo>
                  <a:close/>
                </a:path>
              </a:pathLst>
            </a:custGeom>
            <a:solidFill>
              <a:srgbClr val="FF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15784" y="5212079"/>
              <a:ext cx="6456045" cy="585470"/>
            </a:xfrm>
            <a:custGeom>
              <a:avLst/>
              <a:gdLst/>
              <a:ahLst/>
              <a:cxnLst/>
              <a:rect l="l" t="t" r="r" b="b"/>
              <a:pathLst>
                <a:path w="6456044" h="585470">
                  <a:moveTo>
                    <a:pt x="6455664" y="320040"/>
                  </a:moveTo>
                  <a:lnTo>
                    <a:pt x="6452070" y="302234"/>
                  </a:lnTo>
                  <a:lnTo>
                    <a:pt x="6442278" y="287705"/>
                  </a:lnTo>
                  <a:lnTo>
                    <a:pt x="6427749" y="277914"/>
                  </a:lnTo>
                  <a:lnTo>
                    <a:pt x="6409944" y="274320"/>
                  </a:lnTo>
                  <a:lnTo>
                    <a:pt x="3518954" y="274320"/>
                  </a:lnTo>
                  <a:lnTo>
                    <a:pt x="3516604" y="245160"/>
                  </a:lnTo>
                  <a:lnTo>
                    <a:pt x="3505504" y="200152"/>
                  </a:lnTo>
                  <a:lnTo>
                    <a:pt x="3487763" y="158165"/>
                  </a:lnTo>
                  <a:lnTo>
                    <a:pt x="3463963" y="119824"/>
                  </a:lnTo>
                  <a:lnTo>
                    <a:pt x="3434715" y="85737"/>
                  </a:lnTo>
                  <a:lnTo>
                    <a:pt x="3400615" y="56476"/>
                  </a:lnTo>
                  <a:lnTo>
                    <a:pt x="3362274" y="32677"/>
                  </a:lnTo>
                  <a:lnTo>
                    <a:pt x="3320288" y="14935"/>
                  </a:lnTo>
                  <a:lnTo>
                    <a:pt x="3275279" y="3835"/>
                  </a:lnTo>
                  <a:lnTo>
                    <a:pt x="3227832" y="0"/>
                  </a:lnTo>
                  <a:lnTo>
                    <a:pt x="3180372" y="3835"/>
                  </a:lnTo>
                  <a:lnTo>
                    <a:pt x="3135363" y="14935"/>
                  </a:lnTo>
                  <a:lnTo>
                    <a:pt x="3093377" y="32677"/>
                  </a:lnTo>
                  <a:lnTo>
                    <a:pt x="3055035" y="56476"/>
                  </a:lnTo>
                  <a:lnTo>
                    <a:pt x="3020949" y="85737"/>
                  </a:lnTo>
                  <a:lnTo>
                    <a:pt x="2991688" y="119824"/>
                  </a:lnTo>
                  <a:lnTo>
                    <a:pt x="2967888" y="158165"/>
                  </a:lnTo>
                  <a:lnTo>
                    <a:pt x="2950146" y="200152"/>
                  </a:lnTo>
                  <a:lnTo>
                    <a:pt x="2939046" y="245160"/>
                  </a:lnTo>
                  <a:lnTo>
                    <a:pt x="2936697" y="274320"/>
                  </a:lnTo>
                  <a:lnTo>
                    <a:pt x="45720" y="274320"/>
                  </a:lnTo>
                  <a:lnTo>
                    <a:pt x="27901" y="277914"/>
                  </a:lnTo>
                  <a:lnTo>
                    <a:pt x="13373" y="287705"/>
                  </a:lnTo>
                  <a:lnTo>
                    <a:pt x="3581" y="302234"/>
                  </a:lnTo>
                  <a:lnTo>
                    <a:pt x="0" y="320040"/>
                  </a:lnTo>
                  <a:lnTo>
                    <a:pt x="3581" y="337858"/>
                  </a:lnTo>
                  <a:lnTo>
                    <a:pt x="13373" y="352386"/>
                  </a:lnTo>
                  <a:lnTo>
                    <a:pt x="27901" y="362178"/>
                  </a:lnTo>
                  <a:lnTo>
                    <a:pt x="45720" y="365760"/>
                  </a:lnTo>
                  <a:lnTo>
                    <a:pt x="2945371" y="365760"/>
                  </a:lnTo>
                  <a:lnTo>
                    <a:pt x="2950146" y="385076"/>
                  </a:lnTo>
                  <a:lnTo>
                    <a:pt x="2967888" y="427062"/>
                  </a:lnTo>
                  <a:lnTo>
                    <a:pt x="2991688" y="465404"/>
                  </a:lnTo>
                  <a:lnTo>
                    <a:pt x="3020949" y="499503"/>
                  </a:lnTo>
                  <a:lnTo>
                    <a:pt x="3055035" y="528751"/>
                  </a:lnTo>
                  <a:lnTo>
                    <a:pt x="3093377" y="552551"/>
                  </a:lnTo>
                  <a:lnTo>
                    <a:pt x="3135363" y="570293"/>
                  </a:lnTo>
                  <a:lnTo>
                    <a:pt x="3180372" y="581393"/>
                  </a:lnTo>
                  <a:lnTo>
                    <a:pt x="3227832" y="585216"/>
                  </a:lnTo>
                  <a:lnTo>
                    <a:pt x="3275279" y="581393"/>
                  </a:lnTo>
                  <a:lnTo>
                    <a:pt x="3320288" y="570293"/>
                  </a:lnTo>
                  <a:lnTo>
                    <a:pt x="3362274" y="552551"/>
                  </a:lnTo>
                  <a:lnTo>
                    <a:pt x="3400615" y="528751"/>
                  </a:lnTo>
                  <a:lnTo>
                    <a:pt x="3434702" y="499503"/>
                  </a:lnTo>
                  <a:lnTo>
                    <a:pt x="3463963" y="465404"/>
                  </a:lnTo>
                  <a:lnTo>
                    <a:pt x="3487763" y="427062"/>
                  </a:lnTo>
                  <a:lnTo>
                    <a:pt x="3505504" y="385076"/>
                  </a:lnTo>
                  <a:lnTo>
                    <a:pt x="3510267" y="365760"/>
                  </a:lnTo>
                  <a:lnTo>
                    <a:pt x="6409944" y="365760"/>
                  </a:lnTo>
                  <a:lnTo>
                    <a:pt x="6427749" y="362178"/>
                  </a:lnTo>
                  <a:lnTo>
                    <a:pt x="6442278" y="352386"/>
                  </a:lnTo>
                  <a:lnTo>
                    <a:pt x="6452070" y="337858"/>
                  </a:lnTo>
                  <a:lnTo>
                    <a:pt x="6455664" y="320040"/>
                  </a:lnTo>
                  <a:close/>
                </a:path>
              </a:pathLst>
            </a:custGeom>
            <a:solidFill>
              <a:srgbClr val="1A2C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29791" y="5390736"/>
              <a:ext cx="227762" cy="227914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738871" y="5791932"/>
            <a:ext cx="5812155" cy="1574165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1510"/>
              </a:spcBef>
            </a:pPr>
            <a:r>
              <a:rPr sz="2000" b="1" spc="-25" dirty="0">
                <a:solidFill>
                  <a:srgbClr val="3A3535"/>
                </a:solidFill>
                <a:latin typeface="Trebuchet MS"/>
                <a:cs typeface="Trebuchet MS"/>
              </a:rPr>
              <a:t>System</a:t>
            </a:r>
            <a:r>
              <a:rPr sz="2000" b="1" spc="-15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b="1" spc="-45" dirty="0">
                <a:solidFill>
                  <a:srgbClr val="3A3535"/>
                </a:solidFill>
                <a:latin typeface="Trebuchet MS"/>
                <a:cs typeface="Trebuchet MS"/>
              </a:rPr>
              <a:t>Control</a:t>
            </a:r>
            <a:r>
              <a:rPr sz="2000" b="1" spc="-18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3A3535"/>
                </a:solidFill>
                <a:latin typeface="Trebuchet MS"/>
                <a:cs typeface="Trebuchet MS"/>
              </a:rPr>
              <a:t>Module</a:t>
            </a:r>
            <a:endParaRPr sz="2000">
              <a:latin typeface="Trebuchet MS"/>
              <a:cs typeface="Trebuchet MS"/>
            </a:endParaRPr>
          </a:p>
          <a:p>
            <a:pPr marL="12065" marR="5080" indent="3810" algn="ctr">
              <a:lnSpc>
                <a:spcPct val="115100"/>
              </a:lnSpc>
              <a:spcBef>
                <a:spcPts val="919"/>
              </a:spcBef>
            </a:pPr>
            <a:r>
              <a:rPr sz="1800" spc="-30" dirty="0">
                <a:solidFill>
                  <a:srgbClr val="3A3535"/>
                </a:solidFill>
                <a:latin typeface="Verdana"/>
                <a:cs typeface="Verdana"/>
              </a:rPr>
              <a:t>Interfaces</a:t>
            </a:r>
            <a:r>
              <a:rPr sz="1800" spc="-15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A3535"/>
                </a:solidFill>
                <a:latin typeface="Verdana"/>
                <a:cs typeface="Verdana"/>
              </a:rPr>
              <a:t>with</a:t>
            </a:r>
            <a:r>
              <a:rPr sz="1800" spc="-12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operating</a:t>
            </a:r>
            <a:r>
              <a:rPr sz="1800" spc="-20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3A3535"/>
                </a:solidFill>
                <a:latin typeface="Verdana"/>
                <a:cs typeface="Verdana"/>
              </a:rPr>
              <a:t>system</a:t>
            </a:r>
            <a:r>
              <a:rPr sz="1800" spc="-14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audio</a:t>
            </a:r>
            <a:r>
              <a:rPr sz="1800" spc="-18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controls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through</a:t>
            </a:r>
            <a:r>
              <a:rPr sz="1800" spc="-18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PyAutoČUI.</a:t>
            </a:r>
            <a:r>
              <a:rPr sz="1800" spc="-14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Sends</a:t>
            </a:r>
            <a:r>
              <a:rPr sz="1800" spc="-114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3A3535"/>
                </a:solidFill>
                <a:latin typeface="Verdana"/>
                <a:cs typeface="Verdana"/>
              </a:rPr>
              <a:t>volume</a:t>
            </a:r>
            <a:r>
              <a:rPr sz="1800" spc="-12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adjustment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commands</a:t>
            </a:r>
            <a:r>
              <a:rPr sz="1800" spc="-16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and</a:t>
            </a:r>
            <a:r>
              <a:rPr sz="1800" spc="-15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provides</a:t>
            </a:r>
            <a:r>
              <a:rPr sz="1800" spc="-16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3A3535"/>
                </a:solidFill>
                <a:latin typeface="Verdana"/>
                <a:cs typeface="Verdana"/>
              </a:rPr>
              <a:t>visual</a:t>
            </a:r>
            <a:r>
              <a:rPr sz="1800" spc="-18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feedback</a:t>
            </a:r>
            <a:r>
              <a:rPr sz="1800" spc="-13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on</a:t>
            </a:r>
            <a:r>
              <a:rPr sz="1800" spc="-13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screen.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2829031" y="7754111"/>
            <a:ext cx="1801495" cy="475615"/>
          </a:xfrm>
          <a:custGeom>
            <a:avLst/>
            <a:gdLst/>
            <a:ahLst/>
            <a:cxnLst/>
            <a:rect l="l" t="t" r="r" b="b"/>
            <a:pathLst>
              <a:path w="1801494" h="475615">
                <a:moveTo>
                  <a:pt x="1801368" y="0"/>
                </a:moveTo>
                <a:lnTo>
                  <a:pt x="0" y="0"/>
                </a:lnTo>
                <a:lnTo>
                  <a:pt x="0" y="475488"/>
                </a:lnTo>
                <a:lnTo>
                  <a:pt x="1801368" y="47548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829031" y="7754111"/>
            <a:ext cx="1801495" cy="475615"/>
          </a:xfrm>
          <a:custGeom>
            <a:avLst/>
            <a:gdLst/>
            <a:ahLst/>
            <a:cxnLst/>
            <a:rect l="l" t="t" r="r" b="b"/>
            <a:pathLst>
              <a:path w="1801494" h="475615">
                <a:moveTo>
                  <a:pt x="1801368" y="0"/>
                </a:moveTo>
                <a:lnTo>
                  <a:pt x="0" y="0"/>
                </a:lnTo>
                <a:lnTo>
                  <a:pt x="0" y="475488"/>
                </a:lnTo>
                <a:lnTo>
                  <a:pt x="1801368" y="47548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27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-90" dirty="0"/>
              <a:t>Technology</a:t>
            </a:r>
            <a:r>
              <a:rPr sz="3600" spc="-345" dirty="0"/>
              <a:t> </a:t>
            </a:r>
            <a:r>
              <a:rPr sz="3600" spc="45" dirty="0"/>
              <a:t>Stack</a:t>
            </a:r>
            <a:endParaRPr sz="36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7903" y="1618488"/>
            <a:ext cx="3273552" cy="326440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46251" y="4818242"/>
            <a:ext cx="4699635" cy="110871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350" b="1" dirty="0">
                <a:solidFill>
                  <a:srgbClr val="1F1E1E"/>
                </a:solidFill>
                <a:latin typeface="Trebuchet MS"/>
                <a:cs typeface="Trebuchet MS"/>
              </a:rPr>
              <a:t>Core</a:t>
            </a:r>
            <a:r>
              <a:rPr sz="2350" b="1" spc="-110" dirty="0">
                <a:solidFill>
                  <a:srgbClr val="1F1E1E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1F1E1E"/>
                </a:solidFill>
                <a:latin typeface="Trebuchet MS"/>
                <a:cs typeface="Trebuchet MS"/>
              </a:rPr>
              <a:t>Language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ts val="1980"/>
              </a:lnSpc>
              <a:spcBef>
                <a:spcPts val="740"/>
              </a:spcBef>
            </a:pPr>
            <a:r>
              <a:rPr sz="1800" b="1" spc="-65" dirty="0">
                <a:solidFill>
                  <a:srgbClr val="3A3535"/>
                </a:solidFill>
                <a:latin typeface="Trebuchet MS"/>
                <a:cs typeface="Trebuchet MS"/>
              </a:rPr>
              <a:t>Python</a:t>
            </a:r>
            <a:r>
              <a:rPr sz="1800" b="1" spc="-12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3A3535"/>
                </a:solidFill>
                <a:latin typeface="Trebuchet MS"/>
                <a:cs typeface="Trebuchet MS"/>
              </a:rPr>
              <a:t>provides</a:t>
            </a:r>
            <a:r>
              <a:rPr sz="1800" spc="-19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A3535"/>
                </a:solidFill>
                <a:latin typeface="Trebuchet MS"/>
                <a:cs typeface="Trebuchet MS"/>
              </a:rPr>
              <a:t>the</a:t>
            </a:r>
            <a:r>
              <a:rPr sz="1800" spc="-114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3A3535"/>
                </a:solidFill>
                <a:latin typeface="Trebuchet MS"/>
                <a:cs typeface="Trebuchet MS"/>
              </a:rPr>
              <a:t>foundation</a:t>
            </a:r>
            <a:r>
              <a:rPr sz="1800" spc="-17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A3535"/>
                </a:solidFill>
                <a:latin typeface="Trebuchet MS"/>
                <a:cs typeface="Trebuchet MS"/>
              </a:rPr>
              <a:t>with</a:t>
            </a:r>
            <a:r>
              <a:rPr sz="1800" spc="-16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3A3535"/>
                </a:solidFill>
                <a:latin typeface="Trebuchet MS"/>
                <a:cs typeface="Trebuchet MS"/>
              </a:rPr>
              <a:t>its</a:t>
            </a:r>
            <a:r>
              <a:rPr sz="1800" spc="-12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3A3535"/>
                </a:solidFill>
                <a:latin typeface="Trebuchet MS"/>
                <a:cs typeface="Trebuchet MS"/>
              </a:rPr>
              <a:t>extensive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ts val="1980"/>
              </a:lnSpc>
            </a:pPr>
            <a:r>
              <a:rPr sz="1800" spc="-80" dirty="0">
                <a:solidFill>
                  <a:srgbClr val="3A3535"/>
                </a:solidFill>
                <a:latin typeface="Trebuchet MS"/>
                <a:cs typeface="Trebuchet MS"/>
              </a:rPr>
              <a:t>libraries</a:t>
            </a:r>
            <a:r>
              <a:rPr sz="1800" spc="-13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3A3535"/>
                </a:solidFill>
                <a:latin typeface="Trebuchet MS"/>
                <a:cs typeface="Trebuchet MS"/>
              </a:rPr>
              <a:t>and</a:t>
            </a:r>
            <a:r>
              <a:rPr sz="1800" spc="-12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Trebuchet MS"/>
                <a:cs typeface="Trebuchet MS"/>
              </a:rPr>
              <a:t>ease</a:t>
            </a:r>
            <a:r>
              <a:rPr sz="1800" spc="-13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A3535"/>
                </a:solidFill>
                <a:latin typeface="Trebuchet MS"/>
                <a:cs typeface="Trebuchet MS"/>
              </a:rPr>
              <a:t>of</a:t>
            </a:r>
            <a:r>
              <a:rPr sz="1800" spc="-15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A3535"/>
                </a:solidFill>
                <a:latin typeface="Trebuchet MS"/>
                <a:cs typeface="Trebuchet MS"/>
              </a:rPr>
              <a:t>use</a:t>
            </a:r>
            <a:r>
              <a:rPr sz="1800" spc="-13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A3535"/>
                </a:solidFill>
                <a:latin typeface="Trebuchet MS"/>
                <a:cs typeface="Trebuchet MS"/>
              </a:rPr>
              <a:t>for</a:t>
            </a:r>
            <a:r>
              <a:rPr sz="1800" spc="-14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A3535"/>
                </a:solidFill>
                <a:latin typeface="Trebuchet MS"/>
                <a:cs typeface="Trebuchet MS"/>
              </a:rPr>
              <a:t>rapid</a:t>
            </a:r>
            <a:r>
              <a:rPr sz="1800" spc="-12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Trebuchet MS"/>
                <a:cs typeface="Trebuchet MS"/>
              </a:rPr>
              <a:t>prototyping.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144767" y="1618488"/>
            <a:ext cx="3794760" cy="1545590"/>
            <a:chOff x="6144767" y="1618488"/>
            <a:chExt cx="3794760" cy="1545590"/>
          </a:xfrm>
        </p:grpSpPr>
        <p:sp>
          <p:nvSpPr>
            <p:cNvPr id="7" name="object 7"/>
            <p:cNvSpPr/>
            <p:nvPr/>
          </p:nvSpPr>
          <p:spPr>
            <a:xfrm>
              <a:off x="6144767" y="1828800"/>
              <a:ext cx="3794760" cy="1335405"/>
            </a:xfrm>
            <a:custGeom>
              <a:avLst/>
              <a:gdLst/>
              <a:ahLst/>
              <a:cxnLst/>
              <a:rect l="l" t="t" r="r" b="b"/>
              <a:pathLst>
                <a:path w="3794759" h="1335405">
                  <a:moveTo>
                    <a:pt x="3721354" y="0"/>
                  </a:moveTo>
                  <a:lnTo>
                    <a:pt x="73406" y="0"/>
                  </a:lnTo>
                  <a:lnTo>
                    <a:pt x="44844" y="5772"/>
                  </a:lnTo>
                  <a:lnTo>
                    <a:pt x="21510" y="21510"/>
                  </a:lnTo>
                  <a:lnTo>
                    <a:pt x="5772" y="44844"/>
                  </a:lnTo>
                  <a:lnTo>
                    <a:pt x="0" y="73405"/>
                  </a:lnTo>
                  <a:lnTo>
                    <a:pt x="0" y="1261617"/>
                  </a:lnTo>
                  <a:lnTo>
                    <a:pt x="5772" y="1290179"/>
                  </a:lnTo>
                  <a:lnTo>
                    <a:pt x="21510" y="1313513"/>
                  </a:lnTo>
                  <a:lnTo>
                    <a:pt x="44844" y="1329251"/>
                  </a:lnTo>
                  <a:lnTo>
                    <a:pt x="73406" y="1335024"/>
                  </a:lnTo>
                  <a:lnTo>
                    <a:pt x="3721354" y="1335024"/>
                  </a:lnTo>
                  <a:lnTo>
                    <a:pt x="3749915" y="1329251"/>
                  </a:lnTo>
                  <a:lnTo>
                    <a:pt x="3773249" y="1313513"/>
                  </a:lnTo>
                  <a:lnTo>
                    <a:pt x="3788987" y="1290179"/>
                  </a:lnTo>
                  <a:lnTo>
                    <a:pt x="3794760" y="1261617"/>
                  </a:lnTo>
                  <a:lnTo>
                    <a:pt x="3794760" y="73405"/>
                  </a:lnTo>
                  <a:lnTo>
                    <a:pt x="3788987" y="44844"/>
                  </a:lnTo>
                  <a:lnTo>
                    <a:pt x="3773249" y="21510"/>
                  </a:lnTo>
                  <a:lnTo>
                    <a:pt x="3749915" y="5772"/>
                  </a:lnTo>
                  <a:lnTo>
                    <a:pt x="3721354" y="0"/>
                  </a:lnTo>
                  <a:close/>
                </a:path>
              </a:pathLst>
            </a:custGeom>
            <a:solidFill>
              <a:srgbClr val="FF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44768" y="1618500"/>
              <a:ext cx="3794760" cy="421005"/>
            </a:xfrm>
            <a:custGeom>
              <a:avLst/>
              <a:gdLst/>
              <a:ahLst/>
              <a:cxnLst/>
              <a:rect l="l" t="t" r="r" b="b"/>
              <a:pathLst>
                <a:path w="3794759" h="421005">
                  <a:moveTo>
                    <a:pt x="3794760" y="228587"/>
                  </a:moveTo>
                  <a:lnTo>
                    <a:pt x="3792588" y="217932"/>
                  </a:lnTo>
                  <a:lnTo>
                    <a:pt x="3786708" y="209207"/>
                  </a:lnTo>
                  <a:lnTo>
                    <a:pt x="3777983" y="203327"/>
                  </a:lnTo>
                  <a:lnTo>
                    <a:pt x="3767328" y="201155"/>
                  </a:lnTo>
                  <a:lnTo>
                    <a:pt x="2111197" y="201155"/>
                  </a:lnTo>
                  <a:lnTo>
                    <a:pt x="2106701" y="162064"/>
                  </a:lnTo>
                  <a:lnTo>
                    <a:pt x="2090889" y="117792"/>
                  </a:lnTo>
                  <a:lnTo>
                    <a:pt x="2066074" y="78740"/>
                  </a:lnTo>
                  <a:lnTo>
                    <a:pt x="2033511" y="46177"/>
                  </a:lnTo>
                  <a:lnTo>
                    <a:pt x="1994458" y="21361"/>
                  </a:lnTo>
                  <a:lnTo>
                    <a:pt x="1950186" y="5549"/>
                  </a:lnTo>
                  <a:lnTo>
                    <a:pt x="1901952" y="0"/>
                  </a:lnTo>
                  <a:lnTo>
                    <a:pt x="1853704" y="5549"/>
                  </a:lnTo>
                  <a:lnTo>
                    <a:pt x="1809432" y="21361"/>
                  </a:lnTo>
                  <a:lnTo>
                    <a:pt x="1770380" y="46177"/>
                  </a:lnTo>
                  <a:lnTo>
                    <a:pt x="1737817" y="78740"/>
                  </a:lnTo>
                  <a:lnTo>
                    <a:pt x="1713001" y="117792"/>
                  </a:lnTo>
                  <a:lnTo>
                    <a:pt x="1697189" y="162064"/>
                  </a:lnTo>
                  <a:lnTo>
                    <a:pt x="1692681" y="201155"/>
                  </a:lnTo>
                  <a:lnTo>
                    <a:pt x="27432" y="201155"/>
                  </a:lnTo>
                  <a:lnTo>
                    <a:pt x="16764" y="203327"/>
                  </a:lnTo>
                  <a:lnTo>
                    <a:pt x="8039" y="209207"/>
                  </a:lnTo>
                  <a:lnTo>
                    <a:pt x="2159" y="217932"/>
                  </a:lnTo>
                  <a:lnTo>
                    <a:pt x="0" y="228587"/>
                  </a:lnTo>
                  <a:lnTo>
                    <a:pt x="2159" y="239255"/>
                  </a:lnTo>
                  <a:lnTo>
                    <a:pt x="8039" y="247980"/>
                  </a:lnTo>
                  <a:lnTo>
                    <a:pt x="16764" y="253860"/>
                  </a:lnTo>
                  <a:lnTo>
                    <a:pt x="27432" y="256019"/>
                  </a:lnTo>
                  <a:lnTo>
                    <a:pt x="1696897" y="256019"/>
                  </a:lnTo>
                  <a:lnTo>
                    <a:pt x="1697189" y="258546"/>
                  </a:lnTo>
                  <a:lnTo>
                    <a:pt x="1713001" y="302818"/>
                  </a:lnTo>
                  <a:lnTo>
                    <a:pt x="1737817" y="341871"/>
                  </a:lnTo>
                  <a:lnTo>
                    <a:pt x="1770380" y="374434"/>
                  </a:lnTo>
                  <a:lnTo>
                    <a:pt x="1809432" y="399249"/>
                  </a:lnTo>
                  <a:lnTo>
                    <a:pt x="1853704" y="415061"/>
                  </a:lnTo>
                  <a:lnTo>
                    <a:pt x="1901952" y="420611"/>
                  </a:lnTo>
                  <a:lnTo>
                    <a:pt x="1950186" y="415061"/>
                  </a:lnTo>
                  <a:lnTo>
                    <a:pt x="1994458" y="399249"/>
                  </a:lnTo>
                  <a:lnTo>
                    <a:pt x="2033511" y="374434"/>
                  </a:lnTo>
                  <a:lnTo>
                    <a:pt x="2066074" y="341871"/>
                  </a:lnTo>
                  <a:lnTo>
                    <a:pt x="2090889" y="302818"/>
                  </a:lnTo>
                  <a:lnTo>
                    <a:pt x="2106701" y="258546"/>
                  </a:lnTo>
                  <a:lnTo>
                    <a:pt x="2106980" y="256019"/>
                  </a:lnTo>
                  <a:lnTo>
                    <a:pt x="3767328" y="256019"/>
                  </a:lnTo>
                  <a:lnTo>
                    <a:pt x="3777983" y="253860"/>
                  </a:lnTo>
                  <a:lnTo>
                    <a:pt x="3786708" y="247980"/>
                  </a:lnTo>
                  <a:lnTo>
                    <a:pt x="3792588" y="239255"/>
                  </a:lnTo>
                  <a:lnTo>
                    <a:pt x="3794760" y="228587"/>
                  </a:lnTo>
                  <a:close/>
                </a:path>
              </a:pathLst>
            </a:custGeom>
            <a:solidFill>
              <a:srgbClr val="1A2C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67853" y="1763972"/>
              <a:ext cx="157742" cy="129663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602856" y="2044636"/>
            <a:ext cx="2887980" cy="964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125"/>
              </a:spcBef>
            </a:pPr>
            <a:r>
              <a:rPr sz="2350" b="1" spc="-10" dirty="0">
                <a:solidFill>
                  <a:srgbClr val="3A3535"/>
                </a:solidFill>
                <a:latin typeface="Trebuchet MS"/>
                <a:cs typeface="Trebuchet MS"/>
              </a:rPr>
              <a:t>OpenCV</a:t>
            </a:r>
            <a:endParaRPr sz="23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115"/>
              </a:spcBef>
            </a:pPr>
            <a:r>
              <a:rPr sz="1350" dirty="0">
                <a:solidFill>
                  <a:srgbClr val="3A3535"/>
                </a:solidFill>
                <a:latin typeface="Verdana"/>
                <a:cs typeface="Verdana"/>
              </a:rPr>
              <a:t>Computer</a:t>
            </a:r>
            <a:r>
              <a:rPr sz="1350" spc="7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3A3535"/>
                </a:solidFill>
                <a:latin typeface="Verdana"/>
                <a:cs typeface="Verdana"/>
              </a:rPr>
              <a:t>vision</a:t>
            </a:r>
            <a:r>
              <a:rPr sz="1350" spc="-7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3A3535"/>
                </a:solidFill>
                <a:latin typeface="Verdana"/>
                <a:cs typeface="Verdana"/>
              </a:rPr>
              <a:t>library</a:t>
            </a:r>
            <a:r>
              <a:rPr sz="1350" spc="-4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3A3535"/>
                </a:solidFill>
                <a:latin typeface="Verdana"/>
                <a:cs typeface="Verdana"/>
              </a:rPr>
              <a:t>for</a:t>
            </a:r>
            <a:r>
              <a:rPr sz="1350" spc="7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3A3535"/>
                </a:solidFill>
                <a:latin typeface="Verdana"/>
                <a:cs typeface="Verdana"/>
              </a:rPr>
              <a:t>video</a:t>
            </a:r>
            <a:endParaRPr sz="1350">
              <a:latin typeface="Verdana"/>
              <a:cs typeface="Verdana"/>
            </a:endParaRPr>
          </a:p>
          <a:p>
            <a:pPr marL="2540" algn="ctr">
              <a:lnSpc>
                <a:spcPct val="100000"/>
              </a:lnSpc>
              <a:spcBef>
                <a:spcPts val="185"/>
              </a:spcBef>
            </a:pPr>
            <a:r>
              <a:rPr sz="1350" dirty="0">
                <a:solidFill>
                  <a:srgbClr val="3A3535"/>
                </a:solidFill>
                <a:latin typeface="Verdana"/>
                <a:cs typeface="Verdana"/>
              </a:rPr>
              <a:t>capture</a:t>
            </a:r>
            <a:r>
              <a:rPr sz="1350" spc="2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3A3535"/>
                </a:solidFill>
                <a:latin typeface="Verdana"/>
                <a:cs typeface="Verdana"/>
              </a:rPr>
              <a:t>and</a:t>
            </a:r>
            <a:r>
              <a:rPr sz="1350" spc="-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3A3535"/>
                </a:solidFill>
                <a:latin typeface="Verdana"/>
                <a:cs typeface="Verdana"/>
              </a:rPr>
              <a:t>image</a:t>
            </a:r>
            <a:r>
              <a:rPr sz="1350" spc="-6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3A3535"/>
                </a:solidFill>
                <a:latin typeface="Verdana"/>
                <a:cs typeface="Verdana"/>
              </a:rPr>
              <a:t>processing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085831" y="1618488"/>
            <a:ext cx="3794760" cy="1545590"/>
            <a:chOff x="10085831" y="1618488"/>
            <a:chExt cx="3794760" cy="1545590"/>
          </a:xfrm>
        </p:grpSpPr>
        <p:sp>
          <p:nvSpPr>
            <p:cNvPr id="12" name="object 12"/>
            <p:cNvSpPr/>
            <p:nvPr/>
          </p:nvSpPr>
          <p:spPr>
            <a:xfrm>
              <a:off x="10085831" y="1828800"/>
              <a:ext cx="3794760" cy="1335405"/>
            </a:xfrm>
            <a:custGeom>
              <a:avLst/>
              <a:gdLst/>
              <a:ahLst/>
              <a:cxnLst/>
              <a:rect l="l" t="t" r="r" b="b"/>
              <a:pathLst>
                <a:path w="3794759" h="1335405">
                  <a:moveTo>
                    <a:pt x="3721354" y="0"/>
                  </a:moveTo>
                  <a:lnTo>
                    <a:pt x="73406" y="0"/>
                  </a:lnTo>
                  <a:lnTo>
                    <a:pt x="44844" y="5772"/>
                  </a:lnTo>
                  <a:lnTo>
                    <a:pt x="21510" y="21510"/>
                  </a:lnTo>
                  <a:lnTo>
                    <a:pt x="5772" y="44844"/>
                  </a:lnTo>
                  <a:lnTo>
                    <a:pt x="0" y="73405"/>
                  </a:lnTo>
                  <a:lnTo>
                    <a:pt x="0" y="1261617"/>
                  </a:lnTo>
                  <a:lnTo>
                    <a:pt x="5772" y="1290179"/>
                  </a:lnTo>
                  <a:lnTo>
                    <a:pt x="21510" y="1313513"/>
                  </a:lnTo>
                  <a:lnTo>
                    <a:pt x="44844" y="1329251"/>
                  </a:lnTo>
                  <a:lnTo>
                    <a:pt x="73406" y="1335024"/>
                  </a:lnTo>
                  <a:lnTo>
                    <a:pt x="3721354" y="1335024"/>
                  </a:lnTo>
                  <a:lnTo>
                    <a:pt x="3749915" y="1329251"/>
                  </a:lnTo>
                  <a:lnTo>
                    <a:pt x="3773249" y="1313513"/>
                  </a:lnTo>
                  <a:lnTo>
                    <a:pt x="3788987" y="1290179"/>
                  </a:lnTo>
                  <a:lnTo>
                    <a:pt x="3794760" y="1261617"/>
                  </a:lnTo>
                  <a:lnTo>
                    <a:pt x="3794760" y="73405"/>
                  </a:lnTo>
                  <a:lnTo>
                    <a:pt x="3788987" y="44844"/>
                  </a:lnTo>
                  <a:lnTo>
                    <a:pt x="3773249" y="21510"/>
                  </a:lnTo>
                  <a:lnTo>
                    <a:pt x="3749915" y="5772"/>
                  </a:lnTo>
                  <a:lnTo>
                    <a:pt x="3721354" y="0"/>
                  </a:lnTo>
                  <a:close/>
                </a:path>
              </a:pathLst>
            </a:custGeom>
            <a:solidFill>
              <a:srgbClr val="FF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085832" y="1618500"/>
              <a:ext cx="3794760" cy="421005"/>
            </a:xfrm>
            <a:custGeom>
              <a:avLst/>
              <a:gdLst/>
              <a:ahLst/>
              <a:cxnLst/>
              <a:rect l="l" t="t" r="r" b="b"/>
              <a:pathLst>
                <a:path w="3794759" h="421005">
                  <a:moveTo>
                    <a:pt x="3794760" y="228587"/>
                  </a:moveTo>
                  <a:lnTo>
                    <a:pt x="3792588" y="217932"/>
                  </a:lnTo>
                  <a:lnTo>
                    <a:pt x="3786708" y="209207"/>
                  </a:lnTo>
                  <a:lnTo>
                    <a:pt x="3777983" y="203327"/>
                  </a:lnTo>
                  <a:lnTo>
                    <a:pt x="3767328" y="201155"/>
                  </a:lnTo>
                  <a:lnTo>
                    <a:pt x="2102053" y="201155"/>
                  </a:lnTo>
                  <a:lnTo>
                    <a:pt x="2097557" y="162064"/>
                  </a:lnTo>
                  <a:lnTo>
                    <a:pt x="2081745" y="117792"/>
                  </a:lnTo>
                  <a:lnTo>
                    <a:pt x="2056930" y="78740"/>
                  </a:lnTo>
                  <a:lnTo>
                    <a:pt x="2024367" y="46177"/>
                  </a:lnTo>
                  <a:lnTo>
                    <a:pt x="1985314" y="21361"/>
                  </a:lnTo>
                  <a:lnTo>
                    <a:pt x="1941042" y="5549"/>
                  </a:lnTo>
                  <a:lnTo>
                    <a:pt x="1892808" y="0"/>
                  </a:lnTo>
                  <a:lnTo>
                    <a:pt x="1844560" y="5549"/>
                  </a:lnTo>
                  <a:lnTo>
                    <a:pt x="1800288" y="21361"/>
                  </a:lnTo>
                  <a:lnTo>
                    <a:pt x="1761236" y="46177"/>
                  </a:lnTo>
                  <a:lnTo>
                    <a:pt x="1728673" y="78740"/>
                  </a:lnTo>
                  <a:lnTo>
                    <a:pt x="1703857" y="117792"/>
                  </a:lnTo>
                  <a:lnTo>
                    <a:pt x="1688045" y="162064"/>
                  </a:lnTo>
                  <a:lnTo>
                    <a:pt x="1683537" y="201155"/>
                  </a:lnTo>
                  <a:lnTo>
                    <a:pt x="27432" y="201155"/>
                  </a:lnTo>
                  <a:lnTo>
                    <a:pt x="16764" y="203327"/>
                  </a:lnTo>
                  <a:lnTo>
                    <a:pt x="8039" y="209207"/>
                  </a:lnTo>
                  <a:lnTo>
                    <a:pt x="2159" y="217932"/>
                  </a:lnTo>
                  <a:lnTo>
                    <a:pt x="0" y="228587"/>
                  </a:lnTo>
                  <a:lnTo>
                    <a:pt x="2159" y="239255"/>
                  </a:lnTo>
                  <a:lnTo>
                    <a:pt x="8039" y="247980"/>
                  </a:lnTo>
                  <a:lnTo>
                    <a:pt x="16764" y="253860"/>
                  </a:lnTo>
                  <a:lnTo>
                    <a:pt x="27432" y="256019"/>
                  </a:lnTo>
                  <a:lnTo>
                    <a:pt x="1687753" y="256019"/>
                  </a:lnTo>
                  <a:lnTo>
                    <a:pt x="1688045" y="258546"/>
                  </a:lnTo>
                  <a:lnTo>
                    <a:pt x="1703857" y="302818"/>
                  </a:lnTo>
                  <a:lnTo>
                    <a:pt x="1728673" y="341871"/>
                  </a:lnTo>
                  <a:lnTo>
                    <a:pt x="1761236" y="374434"/>
                  </a:lnTo>
                  <a:lnTo>
                    <a:pt x="1800288" y="399249"/>
                  </a:lnTo>
                  <a:lnTo>
                    <a:pt x="1844560" y="415061"/>
                  </a:lnTo>
                  <a:lnTo>
                    <a:pt x="1892808" y="420611"/>
                  </a:lnTo>
                  <a:lnTo>
                    <a:pt x="1941042" y="415061"/>
                  </a:lnTo>
                  <a:lnTo>
                    <a:pt x="1985314" y="399249"/>
                  </a:lnTo>
                  <a:lnTo>
                    <a:pt x="2024367" y="374434"/>
                  </a:lnTo>
                  <a:lnTo>
                    <a:pt x="2056930" y="341871"/>
                  </a:lnTo>
                  <a:lnTo>
                    <a:pt x="2081745" y="302818"/>
                  </a:lnTo>
                  <a:lnTo>
                    <a:pt x="2097557" y="258546"/>
                  </a:lnTo>
                  <a:lnTo>
                    <a:pt x="2097836" y="256019"/>
                  </a:lnTo>
                  <a:lnTo>
                    <a:pt x="3767328" y="256019"/>
                  </a:lnTo>
                  <a:lnTo>
                    <a:pt x="3777983" y="253860"/>
                  </a:lnTo>
                  <a:lnTo>
                    <a:pt x="3786708" y="247980"/>
                  </a:lnTo>
                  <a:lnTo>
                    <a:pt x="3792588" y="239255"/>
                  </a:lnTo>
                  <a:lnTo>
                    <a:pt x="3794760" y="228587"/>
                  </a:lnTo>
                  <a:close/>
                </a:path>
              </a:pathLst>
            </a:custGeom>
            <a:solidFill>
              <a:srgbClr val="1A2C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99964" y="1796438"/>
              <a:ext cx="166400" cy="6461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0286872" y="2044636"/>
            <a:ext cx="3399790" cy="964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25"/>
              </a:spcBef>
            </a:pPr>
            <a:r>
              <a:rPr sz="2350" b="1" spc="-10" dirty="0">
                <a:solidFill>
                  <a:srgbClr val="3A3535"/>
                </a:solidFill>
                <a:latin typeface="Trebuchet MS"/>
                <a:cs typeface="Trebuchet MS"/>
              </a:rPr>
              <a:t>MediaPipe</a:t>
            </a:r>
            <a:endParaRPr sz="23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115"/>
              </a:spcBef>
            </a:pPr>
            <a:r>
              <a:rPr sz="1350" spc="55" dirty="0">
                <a:solidFill>
                  <a:srgbClr val="3A3535"/>
                </a:solidFill>
                <a:latin typeface="Verdana"/>
                <a:cs typeface="Verdana"/>
              </a:rPr>
              <a:t>Čoogle's</a:t>
            </a:r>
            <a:r>
              <a:rPr sz="1350" spc="-7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3A3535"/>
                </a:solidFill>
                <a:latin typeface="Verdana"/>
                <a:cs typeface="Verdana"/>
              </a:rPr>
              <a:t>framework</a:t>
            </a:r>
            <a:r>
              <a:rPr sz="1350" spc="-5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3A3535"/>
                </a:solidFill>
                <a:latin typeface="Verdana"/>
                <a:cs typeface="Verdana"/>
              </a:rPr>
              <a:t>for</a:t>
            </a:r>
            <a:r>
              <a:rPr sz="1350" spc="-4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3A3535"/>
                </a:solidFill>
                <a:latin typeface="Verdana"/>
                <a:cs typeface="Verdana"/>
              </a:rPr>
              <a:t>hand</a:t>
            </a:r>
            <a:r>
              <a:rPr sz="1350" spc="-7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3A3535"/>
                </a:solidFill>
                <a:latin typeface="Verdana"/>
                <a:cs typeface="Verdana"/>
              </a:rPr>
              <a:t>landmark</a:t>
            </a:r>
            <a:endParaRPr sz="1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sz="1350" spc="45" dirty="0">
                <a:solidFill>
                  <a:srgbClr val="3A3535"/>
                </a:solidFill>
                <a:latin typeface="Verdana"/>
                <a:cs typeface="Verdana"/>
              </a:rPr>
              <a:t>detection</a:t>
            </a:r>
            <a:r>
              <a:rPr sz="1350" spc="-7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3A3535"/>
                </a:solidFill>
                <a:latin typeface="Verdana"/>
                <a:cs typeface="Verdana"/>
              </a:rPr>
              <a:t>and</a:t>
            </a:r>
            <a:r>
              <a:rPr sz="1350" spc="-6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3A3535"/>
                </a:solidFill>
                <a:latin typeface="Verdana"/>
                <a:cs typeface="Verdana"/>
              </a:rPr>
              <a:t>tracking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44767" y="3300984"/>
            <a:ext cx="3794760" cy="1545590"/>
            <a:chOff x="6144767" y="3300984"/>
            <a:chExt cx="3794760" cy="1545590"/>
          </a:xfrm>
        </p:grpSpPr>
        <p:sp>
          <p:nvSpPr>
            <p:cNvPr id="17" name="object 17"/>
            <p:cNvSpPr/>
            <p:nvPr/>
          </p:nvSpPr>
          <p:spPr>
            <a:xfrm>
              <a:off x="6144767" y="3511296"/>
              <a:ext cx="3794760" cy="1335405"/>
            </a:xfrm>
            <a:custGeom>
              <a:avLst/>
              <a:gdLst/>
              <a:ahLst/>
              <a:cxnLst/>
              <a:rect l="l" t="t" r="r" b="b"/>
              <a:pathLst>
                <a:path w="3794759" h="1335404">
                  <a:moveTo>
                    <a:pt x="3721354" y="0"/>
                  </a:moveTo>
                  <a:lnTo>
                    <a:pt x="73406" y="0"/>
                  </a:lnTo>
                  <a:lnTo>
                    <a:pt x="44844" y="5772"/>
                  </a:lnTo>
                  <a:lnTo>
                    <a:pt x="21510" y="21510"/>
                  </a:lnTo>
                  <a:lnTo>
                    <a:pt x="5772" y="44844"/>
                  </a:lnTo>
                  <a:lnTo>
                    <a:pt x="0" y="73405"/>
                  </a:lnTo>
                  <a:lnTo>
                    <a:pt x="0" y="1261617"/>
                  </a:lnTo>
                  <a:lnTo>
                    <a:pt x="5772" y="1290179"/>
                  </a:lnTo>
                  <a:lnTo>
                    <a:pt x="21510" y="1313513"/>
                  </a:lnTo>
                  <a:lnTo>
                    <a:pt x="44844" y="1329251"/>
                  </a:lnTo>
                  <a:lnTo>
                    <a:pt x="73406" y="1335024"/>
                  </a:lnTo>
                  <a:lnTo>
                    <a:pt x="3721354" y="1335024"/>
                  </a:lnTo>
                  <a:lnTo>
                    <a:pt x="3749915" y="1329251"/>
                  </a:lnTo>
                  <a:lnTo>
                    <a:pt x="3773249" y="1313513"/>
                  </a:lnTo>
                  <a:lnTo>
                    <a:pt x="3788987" y="1290179"/>
                  </a:lnTo>
                  <a:lnTo>
                    <a:pt x="3794760" y="1261617"/>
                  </a:lnTo>
                  <a:lnTo>
                    <a:pt x="3794760" y="73405"/>
                  </a:lnTo>
                  <a:lnTo>
                    <a:pt x="3788987" y="44844"/>
                  </a:lnTo>
                  <a:lnTo>
                    <a:pt x="3773249" y="21510"/>
                  </a:lnTo>
                  <a:lnTo>
                    <a:pt x="3749915" y="5772"/>
                  </a:lnTo>
                  <a:lnTo>
                    <a:pt x="3721354" y="0"/>
                  </a:lnTo>
                  <a:close/>
                </a:path>
              </a:pathLst>
            </a:custGeom>
            <a:solidFill>
              <a:srgbClr val="FF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44767" y="3502152"/>
              <a:ext cx="3794760" cy="55244"/>
            </a:xfrm>
            <a:custGeom>
              <a:avLst/>
              <a:gdLst/>
              <a:ahLst/>
              <a:cxnLst/>
              <a:rect l="l" t="t" r="r" b="b"/>
              <a:pathLst>
                <a:path w="3794759" h="55245">
                  <a:moveTo>
                    <a:pt x="3767328" y="0"/>
                  </a:moveTo>
                  <a:lnTo>
                    <a:pt x="27432" y="0"/>
                  </a:lnTo>
                  <a:lnTo>
                    <a:pt x="16769" y="2160"/>
                  </a:lnTo>
                  <a:lnTo>
                    <a:pt x="8048" y="8048"/>
                  </a:lnTo>
                  <a:lnTo>
                    <a:pt x="2160" y="16769"/>
                  </a:lnTo>
                  <a:lnTo>
                    <a:pt x="0" y="27432"/>
                  </a:lnTo>
                  <a:lnTo>
                    <a:pt x="2160" y="38094"/>
                  </a:lnTo>
                  <a:lnTo>
                    <a:pt x="8048" y="46815"/>
                  </a:lnTo>
                  <a:lnTo>
                    <a:pt x="16769" y="52703"/>
                  </a:lnTo>
                  <a:lnTo>
                    <a:pt x="27432" y="54863"/>
                  </a:lnTo>
                  <a:lnTo>
                    <a:pt x="3767328" y="54863"/>
                  </a:lnTo>
                  <a:lnTo>
                    <a:pt x="3777990" y="52703"/>
                  </a:lnTo>
                  <a:lnTo>
                    <a:pt x="3786711" y="46815"/>
                  </a:lnTo>
                  <a:lnTo>
                    <a:pt x="3792599" y="38094"/>
                  </a:lnTo>
                  <a:lnTo>
                    <a:pt x="3794760" y="27432"/>
                  </a:lnTo>
                  <a:lnTo>
                    <a:pt x="3792599" y="16769"/>
                  </a:lnTo>
                  <a:lnTo>
                    <a:pt x="3786711" y="8048"/>
                  </a:lnTo>
                  <a:lnTo>
                    <a:pt x="3777990" y="2160"/>
                  </a:lnTo>
                  <a:lnTo>
                    <a:pt x="3767328" y="0"/>
                  </a:lnTo>
                  <a:close/>
                </a:path>
              </a:pathLst>
            </a:custGeom>
            <a:solidFill>
              <a:srgbClr val="1A2C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36407" y="3300984"/>
              <a:ext cx="420624" cy="420624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350253" y="3729418"/>
            <a:ext cx="3393440" cy="963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25"/>
              </a:spcBef>
            </a:pPr>
            <a:r>
              <a:rPr sz="2350" b="1" spc="-10" dirty="0">
                <a:solidFill>
                  <a:srgbClr val="3A3535"/>
                </a:solidFill>
                <a:latin typeface="Trebuchet MS"/>
                <a:cs typeface="Trebuchet MS"/>
              </a:rPr>
              <a:t>PyAutoGUI</a:t>
            </a:r>
            <a:endParaRPr sz="23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115"/>
              </a:spcBef>
            </a:pPr>
            <a:r>
              <a:rPr sz="1350" spc="55" dirty="0">
                <a:solidFill>
                  <a:srgbClr val="3A3535"/>
                </a:solidFill>
                <a:latin typeface="Verdana"/>
                <a:cs typeface="Verdana"/>
              </a:rPr>
              <a:t>Cross-</a:t>
            </a:r>
            <a:r>
              <a:rPr sz="1350" dirty="0">
                <a:solidFill>
                  <a:srgbClr val="3A3535"/>
                </a:solidFill>
                <a:latin typeface="Verdana"/>
                <a:cs typeface="Verdana"/>
              </a:rPr>
              <a:t>platform</a:t>
            </a:r>
            <a:r>
              <a:rPr sz="1350" spc="5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3A3535"/>
                </a:solidFill>
                <a:latin typeface="Verdana"/>
                <a:cs typeface="Verdana"/>
              </a:rPr>
              <a:t>automation</a:t>
            </a:r>
            <a:r>
              <a:rPr sz="1350" spc="-2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3A3535"/>
                </a:solidFill>
                <a:latin typeface="Verdana"/>
                <a:cs typeface="Verdana"/>
              </a:rPr>
              <a:t>for</a:t>
            </a:r>
            <a:r>
              <a:rPr sz="1350" spc="-6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3A3535"/>
                </a:solidFill>
                <a:latin typeface="Verdana"/>
                <a:cs typeface="Verdana"/>
              </a:rPr>
              <a:t>system</a:t>
            </a:r>
            <a:endParaRPr sz="1350">
              <a:latin typeface="Verdana"/>
              <a:cs typeface="Verdana"/>
            </a:endParaRPr>
          </a:p>
          <a:p>
            <a:pPr marL="1905" algn="ctr">
              <a:lnSpc>
                <a:spcPct val="100000"/>
              </a:lnSpc>
              <a:spcBef>
                <a:spcPts val="185"/>
              </a:spcBef>
            </a:pPr>
            <a:r>
              <a:rPr sz="1350" dirty="0">
                <a:solidFill>
                  <a:srgbClr val="3A3535"/>
                </a:solidFill>
                <a:latin typeface="Verdana"/>
                <a:cs typeface="Verdana"/>
              </a:rPr>
              <a:t>volume</a:t>
            </a:r>
            <a:r>
              <a:rPr sz="1350" spc="-7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3A3535"/>
                </a:solidFill>
                <a:latin typeface="Verdana"/>
                <a:cs typeface="Verdana"/>
              </a:rPr>
              <a:t>control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0085831" y="3300984"/>
            <a:ext cx="3794760" cy="1545590"/>
            <a:chOff x="10085831" y="3300984"/>
            <a:chExt cx="3794760" cy="1545590"/>
          </a:xfrm>
        </p:grpSpPr>
        <p:sp>
          <p:nvSpPr>
            <p:cNvPr id="22" name="object 22"/>
            <p:cNvSpPr/>
            <p:nvPr/>
          </p:nvSpPr>
          <p:spPr>
            <a:xfrm>
              <a:off x="10085831" y="3511296"/>
              <a:ext cx="3794760" cy="1335405"/>
            </a:xfrm>
            <a:custGeom>
              <a:avLst/>
              <a:gdLst/>
              <a:ahLst/>
              <a:cxnLst/>
              <a:rect l="l" t="t" r="r" b="b"/>
              <a:pathLst>
                <a:path w="3794759" h="1335404">
                  <a:moveTo>
                    <a:pt x="3721354" y="0"/>
                  </a:moveTo>
                  <a:lnTo>
                    <a:pt x="73406" y="0"/>
                  </a:lnTo>
                  <a:lnTo>
                    <a:pt x="44844" y="5772"/>
                  </a:lnTo>
                  <a:lnTo>
                    <a:pt x="21510" y="21510"/>
                  </a:lnTo>
                  <a:lnTo>
                    <a:pt x="5772" y="44844"/>
                  </a:lnTo>
                  <a:lnTo>
                    <a:pt x="0" y="73405"/>
                  </a:lnTo>
                  <a:lnTo>
                    <a:pt x="0" y="1261617"/>
                  </a:lnTo>
                  <a:lnTo>
                    <a:pt x="5772" y="1290179"/>
                  </a:lnTo>
                  <a:lnTo>
                    <a:pt x="21510" y="1313513"/>
                  </a:lnTo>
                  <a:lnTo>
                    <a:pt x="44844" y="1329251"/>
                  </a:lnTo>
                  <a:lnTo>
                    <a:pt x="73406" y="1335024"/>
                  </a:lnTo>
                  <a:lnTo>
                    <a:pt x="3721354" y="1335024"/>
                  </a:lnTo>
                  <a:lnTo>
                    <a:pt x="3749915" y="1329251"/>
                  </a:lnTo>
                  <a:lnTo>
                    <a:pt x="3773249" y="1313513"/>
                  </a:lnTo>
                  <a:lnTo>
                    <a:pt x="3788987" y="1290179"/>
                  </a:lnTo>
                  <a:lnTo>
                    <a:pt x="3794760" y="1261617"/>
                  </a:lnTo>
                  <a:lnTo>
                    <a:pt x="3794760" y="73405"/>
                  </a:lnTo>
                  <a:lnTo>
                    <a:pt x="3788987" y="44844"/>
                  </a:lnTo>
                  <a:lnTo>
                    <a:pt x="3773249" y="21510"/>
                  </a:lnTo>
                  <a:lnTo>
                    <a:pt x="3749915" y="5772"/>
                  </a:lnTo>
                  <a:lnTo>
                    <a:pt x="3721354" y="0"/>
                  </a:lnTo>
                  <a:close/>
                </a:path>
              </a:pathLst>
            </a:custGeom>
            <a:solidFill>
              <a:srgbClr val="FF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085832" y="3300983"/>
              <a:ext cx="3794760" cy="421005"/>
            </a:xfrm>
            <a:custGeom>
              <a:avLst/>
              <a:gdLst/>
              <a:ahLst/>
              <a:cxnLst/>
              <a:rect l="l" t="t" r="r" b="b"/>
              <a:pathLst>
                <a:path w="3794759" h="421004">
                  <a:moveTo>
                    <a:pt x="3794760" y="228600"/>
                  </a:moveTo>
                  <a:lnTo>
                    <a:pt x="3792588" y="217944"/>
                  </a:lnTo>
                  <a:lnTo>
                    <a:pt x="3786708" y="209219"/>
                  </a:lnTo>
                  <a:lnTo>
                    <a:pt x="3777983" y="203339"/>
                  </a:lnTo>
                  <a:lnTo>
                    <a:pt x="3767328" y="201168"/>
                  </a:lnTo>
                  <a:lnTo>
                    <a:pt x="2102053" y="201168"/>
                  </a:lnTo>
                  <a:lnTo>
                    <a:pt x="2097557" y="162077"/>
                  </a:lnTo>
                  <a:lnTo>
                    <a:pt x="2081745" y="117805"/>
                  </a:lnTo>
                  <a:lnTo>
                    <a:pt x="2056930" y="78752"/>
                  </a:lnTo>
                  <a:lnTo>
                    <a:pt x="2024367" y="46189"/>
                  </a:lnTo>
                  <a:lnTo>
                    <a:pt x="1985314" y="21374"/>
                  </a:lnTo>
                  <a:lnTo>
                    <a:pt x="1941042" y="5562"/>
                  </a:lnTo>
                  <a:lnTo>
                    <a:pt x="1892808" y="0"/>
                  </a:lnTo>
                  <a:lnTo>
                    <a:pt x="1844560" y="5562"/>
                  </a:lnTo>
                  <a:lnTo>
                    <a:pt x="1800288" y="21374"/>
                  </a:lnTo>
                  <a:lnTo>
                    <a:pt x="1761236" y="46189"/>
                  </a:lnTo>
                  <a:lnTo>
                    <a:pt x="1728673" y="78752"/>
                  </a:lnTo>
                  <a:lnTo>
                    <a:pt x="1703857" y="117805"/>
                  </a:lnTo>
                  <a:lnTo>
                    <a:pt x="1688045" y="162077"/>
                  </a:lnTo>
                  <a:lnTo>
                    <a:pt x="1683537" y="201168"/>
                  </a:lnTo>
                  <a:lnTo>
                    <a:pt x="27432" y="201168"/>
                  </a:lnTo>
                  <a:lnTo>
                    <a:pt x="16764" y="203339"/>
                  </a:lnTo>
                  <a:lnTo>
                    <a:pt x="8039" y="209219"/>
                  </a:lnTo>
                  <a:lnTo>
                    <a:pt x="2159" y="217944"/>
                  </a:lnTo>
                  <a:lnTo>
                    <a:pt x="0" y="228600"/>
                  </a:lnTo>
                  <a:lnTo>
                    <a:pt x="2159" y="239268"/>
                  </a:lnTo>
                  <a:lnTo>
                    <a:pt x="8039" y="247992"/>
                  </a:lnTo>
                  <a:lnTo>
                    <a:pt x="16764" y="253873"/>
                  </a:lnTo>
                  <a:lnTo>
                    <a:pt x="27432" y="256032"/>
                  </a:lnTo>
                  <a:lnTo>
                    <a:pt x="1687753" y="256032"/>
                  </a:lnTo>
                  <a:lnTo>
                    <a:pt x="1688045" y="258559"/>
                  </a:lnTo>
                  <a:lnTo>
                    <a:pt x="1703857" y="302831"/>
                  </a:lnTo>
                  <a:lnTo>
                    <a:pt x="1728673" y="341884"/>
                  </a:lnTo>
                  <a:lnTo>
                    <a:pt x="1761236" y="374446"/>
                  </a:lnTo>
                  <a:lnTo>
                    <a:pt x="1800288" y="399262"/>
                  </a:lnTo>
                  <a:lnTo>
                    <a:pt x="1844560" y="415074"/>
                  </a:lnTo>
                  <a:lnTo>
                    <a:pt x="1892808" y="420624"/>
                  </a:lnTo>
                  <a:lnTo>
                    <a:pt x="1941042" y="415074"/>
                  </a:lnTo>
                  <a:lnTo>
                    <a:pt x="1985314" y="399262"/>
                  </a:lnTo>
                  <a:lnTo>
                    <a:pt x="2024367" y="374446"/>
                  </a:lnTo>
                  <a:lnTo>
                    <a:pt x="2056930" y="341884"/>
                  </a:lnTo>
                  <a:lnTo>
                    <a:pt x="2081745" y="302831"/>
                  </a:lnTo>
                  <a:lnTo>
                    <a:pt x="2097557" y="258559"/>
                  </a:lnTo>
                  <a:lnTo>
                    <a:pt x="2097836" y="256032"/>
                  </a:lnTo>
                  <a:lnTo>
                    <a:pt x="3767328" y="256032"/>
                  </a:lnTo>
                  <a:lnTo>
                    <a:pt x="3777983" y="253873"/>
                  </a:lnTo>
                  <a:lnTo>
                    <a:pt x="3786708" y="247992"/>
                  </a:lnTo>
                  <a:lnTo>
                    <a:pt x="3792588" y="239268"/>
                  </a:lnTo>
                  <a:lnTo>
                    <a:pt x="3794760" y="228600"/>
                  </a:lnTo>
                  <a:close/>
                </a:path>
              </a:pathLst>
            </a:custGeom>
            <a:solidFill>
              <a:srgbClr val="1A2C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912485" y="3432547"/>
              <a:ext cx="138135" cy="16655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0483088" y="3729418"/>
            <a:ext cx="3010535" cy="963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25"/>
              </a:spcBef>
            </a:pPr>
            <a:r>
              <a:rPr sz="2350" b="1" spc="-10" dirty="0">
                <a:solidFill>
                  <a:srgbClr val="3A3535"/>
                </a:solidFill>
                <a:latin typeface="Trebuchet MS"/>
                <a:cs typeface="Trebuchet MS"/>
              </a:rPr>
              <a:t>NumPy</a:t>
            </a:r>
            <a:endParaRPr sz="23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115"/>
              </a:spcBef>
            </a:pPr>
            <a:r>
              <a:rPr sz="1350" dirty="0">
                <a:solidFill>
                  <a:srgbClr val="3A3535"/>
                </a:solidFill>
                <a:latin typeface="Verdana"/>
                <a:cs typeface="Verdana"/>
              </a:rPr>
              <a:t>Numerical</a:t>
            </a:r>
            <a:r>
              <a:rPr sz="1350" spc="-6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spc="50" dirty="0">
                <a:solidFill>
                  <a:srgbClr val="3A3535"/>
                </a:solidFill>
                <a:latin typeface="Verdana"/>
                <a:cs typeface="Verdana"/>
              </a:rPr>
              <a:t>computing</a:t>
            </a:r>
            <a:r>
              <a:rPr sz="1350" spc="-5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3A3535"/>
                </a:solidFill>
                <a:latin typeface="Verdana"/>
                <a:cs typeface="Verdana"/>
              </a:rPr>
              <a:t>for</a:t>
            </a:r>
            <a:r>
              <a:rPr sz="1350" spc="-3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3A3535"/>
                </a:solidFill>
                <a:latin typeface="Verdana"/>
                <a:cs typeface="Verdana"/>
              </a:rPr>
              <a:t>efficient</a:t>
            </a:r>
            <a:endParaRPr sz="1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sz="1350" dirty="0">
                <a:solidFill>
                  <a:srgbClr val="3A3535"/>
                </a:solidFill>
                <a:latin typeface="Verdana"/>
                <a:cs typeface="Verdana"/>
              </a:rPr>
              <a:t>calculations</a:t>
            </a:r>
            <a:r>
              <a:rPr sz="1350" spc="-5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3A3535"/>
                </a:solidFill>
                <a:latin typeface="Verdana"/>
                <a:cs typeface="Verdana"/>
              </a:rPr>
              <a:t>and</a:t>
            </a:r>
            <a:r>
              <a:rPr sz="1350" spc="4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3A3535"/>
                </a:solidFill>
                <a:latin typeface="Verdana"/>
                <a:cs typeface="Verdana"/>
              </a:rPr>
              <a:t>data</a:t>
            </a:r>
            <a:r>
              <a:rPr sz="1350" spc="-2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3A3535"/>
                </a:solidFill>
                <a:latin typeface="Verdana"/>
                <a:cs typeface="Verdana"/>
              </a:rPr>
              <a:t>handling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144767" y="4983479"/>
            <a:ext cx="3794760" cy="1545590"/>
            <a:chOff x="6144767" y="4983479"/>
            <a:chExt cx="3794760" cy="1545590"/>
          </a:xfrm>
        </p:grpSpPr>
        <p:sp>
          <p:nvSpPr>
            <p:cNvPr id="27" name="object 27"/>
            <p:cNvSpPr/>
            <p:nvPr/>
          </p:nvSpPr>
          <p:spPr>
            <a:xfrm>
              <a:off x="6144767" y="5193791"/>
              <a:ext cx="3794760" cy="1335405"/>
            </a:xfrm>
            <a:custGeom>
              <a:avLst/>
              <a:gdLst/>
              <a:ahLst/>
              <a:cxnLst/>
              <a:rect l="l" t="t" r="r" b="b"/>
              <a:pathLst>
                <a:path w="3794759" h="1335404">
                  <a:moveTo>
                    <a:pt x="3721354" y="0"/>
                  </a:moveTo>
                  <a:lnTo>
                    <a:pt x="73406" y="0"/>
                  </a:lnTo>
                  <a:lnTo>
                    <a:pt x="44844" y="5772"/>
                  </a:lnTo>
                  <a:lnTo>
                    <a:pt x="21510" y="21510"/>
                  </a:lnTo>
                  <a:lnTo>
                    <a:pt x="5772" y="44844"/>
                  </a:lnTo>
                  <a:lnTo>
                    <a:pt x="0" y="73405"/>
                  </a:lnTo>
                  <a:lnTo>
                    <a:pt x="0" y="1261617"/>
                  </a:lnTo>
                  <a:lnTo>
                    <a:pt x="5772" y="1290179"/>
                  </a:lnTo>
                  <a:lnTo>
                    <a:pt x="21510" y="1313513"/>
                  </a:lnTo>
                  <a:lnTo>
                    <a:pt x="44844" y="1329251"/>
                  </a:lnTo>
                  <a:lnTo>
                    <a:pt x="73406" y="1335023"/>
                  </a:lnTo>
                  <a:lnTo>
                    <a:pt x="3721354" y="1335023"/>
                  </a:lnTo>
                  <a:lnTo>
                    <a:pt x="3749915" y="1329251"/>
                  </a:lnTo>
                  <a:lnTo>
                    <a:pt x="3773249" y="1313513"/>
                  </a:lnTo>
                  <a:lnTo>
                    <a:pt x="3788987" y="1290179"/>
                  </a:lnTo>
                  <a:lnTo>
                    <a:pt x="3794760" y="1261617"/>
                  </a:lnTo>
                  <a:lnTo>
                    <a:pt x="3794760" y="73405"/>
                  </a:lnTo>
                  <a:lnTo>
                    <a:pt x="3788987" y="44844"/>
                  </a:lnTo>
                  <a:lnTo>
                    <a:pt x="3773249" y="21510"/>
                  </a:lnTo>
                  <a:lnTo>
                    <a:pt x="3749915" y="5772"/>
                  </a:lnTo>
                  <a:lnTo>
                    <a:pt x="3721354" y="0"/>
                  </a:lnTo>
                  <a:close/>
                </a:path>
              </a:pathLst>
            </a:custGeom>
            <a:solidFill>
              <a:srgbClr val="FF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144768" y="4983479"/>
              <a:ext cx="3794760" cy="421005"/>
            </a:xfrm>
            <a:custGeom>
              <a:avLst/>
              <a:gdLst/>
              <a:ahLst/>
              <a:cxnLst/>
              <a:rect l="l" t="t" r="r" b="b"/>
              <a:pathLst>
                <a:path w="3794759" h="421004">
                  <a:moveTo>
                    <a:pt x="3794760" y="228600"/>
                  </a:moveTo>
                  <a:lnTo>
                    <a:pt x="3792588" y="217944"/>
                  </a:lnTo>
                  <a:lnTo>
                    <a:pt x="3786708" y="209219"/>
                  </a:lnTo>
                  <a:lnTo>
                    <a:pt x="3777983" y="203339"/>
                  </a:lnTo>
                  <a:lnTo>
                    <a:pt x="3767328" y="201168"/>
                  </a:lnTo>
                  <a:lnTo>
                    <a:pt x="2111197" y="201168"/>
                  </a:lnTo>
                  <a:lnTo>
                    <a:pt x="2106701" y="162077"/>
                  </a:lnTo>
                  <a:lnTo>
                    <a:pt x="2090889" y="117805"/>
                  </a:lnTo>
                  <a:lnTo>
                    <a:pt x="2066074" y="78752"/>
                  </a:lnTo>
                  <a:lnTo>
                    <a:pt x="2033511" y="46189"/>
                  </a:lnTo>
                  <a:lnTo>
                    <a:pt x="1994458" y="21374"/>
                  </a:lnTo>
                  <a:lnTo>
                    <a:pt x="1950186" y="5562"/>
                  </a:lnTo>
                  <a:lnTo>
                    <a:pt x="1901952" y="0"/>
                  </a:lnTo>
                  <a:lnTo>
                    <a:pt x="1853704" y="5562"/>
                  </a:lnTo>
                  <a:lnTo>
                    <a:pt x="1809432" y="21374"/>
                  </a:lnTo>
                  <a:lnTo>
                    <a:pt x="1770380" y="46189"/>
                  </a:lnTo>
                  <a:lnTo>
                    <a:pt x="1737817" y="78752"/>
                  </a:lnTo>
                  <a:lnTo>
                    <a:pt x="1713001" y="117805"/>
                  </a:lnTo>
                  <a:lnTo>
                    <a:pt x="1697189" y="162077"/>
                  </a:lnTo>
                  <a:lnTo>
                    <a:pt x="1692681" y="201168"/>
                  </a:lnTo>
                  <a:lnTo>
                    <a:pt x="27432" y="201168"/>
                  </a:lnTo>
                  <a:lnTo>
                    <a:pt x="16764" y="203339"/>
                  </a:lnTo>
                  <a:lnTo>
                    <a:pt x="8039" y="209219"/>
                  </a:lnTo>
                  <a:lnTo>
                    <a:pt x="2159" y="217944"/>
                  </a:lnTo>
                  <a:lnTo>
                    <a:pt x="0" y="228600"/>
                  </a:lnTo>
                  <a:lnTo>
                    <a:pt x="2159" y="239268"/>
                  </a:lnTo>
                  <a:lnTo>
                    <a:pt x="8039" y="247992"/>
                  </a:lnTo>
                  <a:lnTo>
                    <a:pt x="16764" y="253873"/>
                  </a:lnTo>
                  <a:lnTo>
                    <a:pt x="27432" y="256032"/>
                  </a:lnTo>
                  <a:lnTo>
                    <a:pt x="1696897" y="256032"/>
                  </a:lnTo>
                  <a:lnTo>
                    <a:pt x="1697189" y="258559"/>
                  </a:lnTo>
                  <a:lnTo>
                    <a:pt x="1713001" y="302831"/>
                  </a:lnTo>
                  <a:lnTo>
                    <a:pt x="1737817" y="341884"/>
                  </a:lnTo>
                  <a:lnTo>
                    <a:pt x="1770380" y="374446"/>
                  </a:lnTo>
                  <a:lnTo>
                    <a:pt x="1809432" y="399262"/>
                  </a:lnTo>
                  <a:lnTo>
                    <a:pt x="1853704" y="415074"/>
                  </a:lnTo>
                  <a:lnTo>
                    <a:pt x="1901952" y="420624"/>
                  </a:lnTo>
                  <a:lnTo>
                    <a:pt x="1950186" y="415074"/>
                  </a:lnTo>
                  <a:lnTo>
                    <a:pt x="1994458" y="399262"/>
                  </a:lnTo>
                  <a:lnTo>
                    <a:pt x="2033511" y="374446"/>
                  </a:lnTo>
                  <a:lnTo>
                    <a:pt x="2066074" y="341884"/>
                  </a:lnTo>
                  <a:lnTo>
                    <a:pt x="2090889" y="302831"/>
                  </a:lnTo>
                  <a:lnTo>
                    <a:pt x="2106701" y="258559"/>
                  </a:lnTo>
                  <a:lnTo>
                    <a:pt x="2106980" y="256032"/>
                  </a:lnTo>
                  <a:lnTo>
                    <a:pt x="3767328" y="256032"/>
                  </a:lnTo>
                  <a:lnTo>
                    <a:pt x="3777983" y="253873"/>
                  </a:lnTo>
                  <a:lnTo>
                    <a:pt x="3786708" y="247992"/>
                  </a:lnTo>
                  <a:lnTo>
                    <a:pt x="3792588" y="239268"/>
                  </a:lnTo>
                  <a:lnTo>
                    <a:pt x="3794760" y="228600"/>
                  </a:lnTo>
                  <a:close/>
                </a:path>
              </a:pathLst>
            </a:custGeom>
            <a:solidFill>
              <a:srgbClr val="1A2C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88747" y="5115118"/>
              <a:ext cx="116289" cy="16650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6305803" y="5414073"/>
            <a:ext cx="3481070" cy="963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890" algn="ctr">
              <a:lnSpc>
                <a:spcPct val="100000"/>
              </a:lnSpc>
              <a:spcBef>
                <a:spcPts val="125"/>
              </a:spcBef>
            </a:pPr>
            <a:r>
              <a:rPr sz="2350" b="1" spc="-20" dirty="0">
                <a:solidFill>
                  <a:srgbClr val="3A3535"/>
                </a:solidFill>
                <a:latin typeface="Trebuchet MS"/>
                <a:cs typeface="Trebuchet MS"/>
              </a:rPr>
              <a:t>Time</a:t>
            </a:r>
            <a:endParaRPr sz="2350">
              <a:latin typeface="Trebuchet MS"/>
              <a:cs typeface="Trebuchet MS"/>
            </a:endParaRPr>
          </a:p>
          <a:p>
            <a:pPr marL="12700" marR="5080" indent="-1905" algn="ctr">
              <a:lnSpc>
                <a:spcPct val="111200"/>
              </a:lnSpc>
              <a:spcBef>
                <a:spcPts val="935"/>
              </a:spcBef>
            </a:pPr>
            <a:r>
              <a:rPr sz="1350" dirty="0">
                <a:solidFill>
                  <a:srgbClr val="3A3535"/>
                </a:solidFill>
                <a:latin typeface="Verdana"/>
                <a:cs typeface="Verdana"/>
              </a:rPr>
              <a:t>Manages</a:t>
            </a:r>
            <a:r>
              <a:rPr sz="1350" spc="-3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3A3535"/>
                </a:solidFill>
                <a:latin typeface="Verdana"/>
                <a:cs typeface="Verdana"/>
              </a:rPr>
              <a:t>the timing</a:t>
            </a:r>
            <a:r>
              <a:rPr sz="1350" spc="-2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3A3535"/>
                </a:solidFill>
                <a:latin typeface="Verdana"/>
                <a:cs typeface="Verdana"/>
              </a:rPr>
              <a:t>of</a:t>
            </a:r>
            <a:r>
              <a:rPr sz="1350" spc="-4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3A3535"/>
                </a:solidFill>
                <a:latin typeface="Verdana"/>
                <a:cs typeface="Verdana"/>
              </a:rPr>
              <a:t>the </a:t>
            </a:r>
            <a:r>
              <a:rPr sz="1350" spc="-20" dirty="0">
                <a:solidFill>
                  <a:srgbClr val="3A3535"/>
                </a:solidFill>
                <a:latin typeface="Verdana"/>
                <a:cs typeface="Verdana"/>
              </a:rPr>
              <a:t>video </a:t>
            </a:r>
            <a:r>
              <a:rPr sz="1350" spc="20" dirty="0">
                <a:solidFill>
                  <a:srgbClr val="3A3535"/>
                </a:solidFill>
                <a:latin typeface="Verdana"/>
                <a:cs typeface="Verdana"/>
              </a:rPr>
              <a:t>processing</a:t>
            </a:r>
            <a:r>
              <a:rPr sz="1350" spc="-6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spc="20" dirty="0">
                <a:solidFill>
                  <a:srgbClr val="3A3535"/>
                </a:solidFill>
                <a:latin typeface="Verdana"/>
                <a:cs typeface="Verdana"/>
              </a:rPr>
              <a:t>and</a:t>
            </a:r>
            <a:r>
              <a:rPr sz="1350" spc="1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spc="10" dirty="0">
                <a:solidFill>
                  <a:srgbClr val="3A3535"/>
                </a:solidFill>
                <a:latin typeface="Verdana"/>
                <a:cs typeface="Verdana"/>
              </a:rPr>
              <a:t>calculates</a:t>
            </a:r>
            <a:r>
              <a:rPr sz="1350" spc="1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3A3535"/>
                </a:solidFill>
                <a:latin typeface="Verdana"/>
                <a:cs typeface="Verdana"/>
              </a:rPr>
              <a:t>performance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0085831" y="4983479"/>
            <a:ext cx="3794760" cy="1545590"/>
            <a:chOff x="10085831" y="4983479"/>
            <a:chExt cx="3794760" cy="1545590"/>
          </a:xfrm>
        </p:grpSpPr>
        <p:sp>
          <p:nvSpPr>
            <p:cNvPr id="32" name="object 32"/>
            <p:cNvSpPr/>
            <p:nvPr/>
          </p:nvSpPr>
          <p:spPr>
            <a:xfrm>
              <a:off x="10085831" y="5193791"/>
              <a:ext cx="3794760" cy="1335405"/>
            </a:xfrm>
            <a:custGeom>
              <a:avLst/>
              <a:gdLst/>
              <a:ahLst/>
              <a:cxnLst/>
              <a:rect l="l" t="t" r="r" b="b"/>
              <a:pathLst>
                <a:path w="3794759" h="1335404">
                  <a:moveTo>
                    <a:pt x="3721354" y="0"/>
                  </a:moveTo>
                  <a:lnTo>
                    <a:pt x="73406" y="0"/>
                  </a:lnTo>
                  <a:lnTo>
                    <a:pt x="44844" y="5772"/>
                  </a:lnTo>
                  <a:lnTo>
                    <a:pt x="21510" y="21510"/>
                  </a:lnTo>
                  <a:lnTo>
                    <a:pt x="5772" y="44844"/>
                  </a:lnTo>
                  <a:lnTo>
                    <a:pt x="0" y="73405"/>
                  </a:lnTo>
                  <a:lnTo>
                    <a:pt x="0" y="1261617"/>
                  </a:lnTo>
                  <a:lnTo>
                    <a:pt x="5772" y="1290179"/>
                  </a:lnTo>
                  <a:lnTo>
                    <a:pt x="21510" y="1313513"/>
                  </a:lnTo>
                  <a:lnTo>
                    <a:pt x="44844" y="1329251"/>
                  </a:lnTo>
                  <a:lnTo>
                    <a:pt x="73406" y="1335023"/>
                  </a:lnTo>
                  <a:lnTo>
                    <a:pt x="3721354" y="1335023"/>
                  </a:lnTo>
                  <a:lnTo>
                    <a:pt x="3749915" y="1329251"/>
                  </a:lnTo>
                  <a:lnTo>
                    <a:pt x="3773249" y="1313513"/>
                  </a:lnTo>
                  <a:lnTo>
                    <a:pt x="3788987" y="1290179"/>
                  </a:lnTo>
                  <a:lnTo>
                    <a:pt x="3794760" y="1261617"/>
                  </a:lnTo>
                  <a:lnTo>
                    <a:pt x="3794760" y="73405"/>
                  </a:lnTo>
                  <a:lnTo>
                    <a:pt x="3788987" y="44844"/>
                  </a:lnTo>
                  <a:lnTo>
                    <a:pt x="3773249" y="21510"/>
                  </a:lnTo>
                  <a:lnTo>
                    <a:pt x="3749915" y="5772"/>
                  </a:lnTo>
                  <a:lnTo>
                    <a:pt x="3721354" y="0"/>
                  </a:lnTo>
                  <a:close/>
                </a:path>
              </a:pathLst>
            </a:custGeom>
            <a:solidFill>
              <a:srgbClr val="FF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085832" y="4983479"/>
              <a:ext cx="3794760" cy="421005"/>
            </a:xfrm>
            <a:custGeom>
              <a:avLst/>
              <a:gdLst/>
              <a:ahLst/>
              <a:cxnLst/>
              <a:rect l="l" t="t" r="r" b="b"/>
              <a:pathLst>
                <a:path w="3794759" h="421004">
                  <a:moveTo>
                    <a:pt x="3794760" y="228600"/>
                  </a:moveTo>
                  <a:lnTo>
                    <a:pt x="3792588" y="217944"/>
                  </a:lnTo>
                  <a:lnTo>
                    <a:pt x="3786708" y="209219"/>
                  </a:lnTo>
                  <a:lnTo>
                    <a:pt x="3777983" y="203339"/>
                  </a:lnTo>
                  <a:lnTo>
                    <a:pt x="3767328" y="201168"/>
                  </a:lnTo>
                  <a:lnTo>
                    <a:pt x="2102053" y="201168"/>
                  </a:lnTo>
                  <a:lnTo>
                    <a:pt x="2097557" y="162077"/>
                  </a:lnTo>
                  <a:lnTo>
                    <a:pt x="2081745" y="117805"/>
                  </a:lnTo>
                  <a:lnTo>
                    <a:pt x="2056930" y="78752"/>
                  </a:lnTo>
                  <a:lnTo>
                    <a:pt x="2024367" y="46189"/>
                  </a:lnTo>
                  <a:lnTo>
                    <a:pt x="1985314" y="21374"/>
                  </a:lnTo>
                  <a:lnTo>
                    <a:pt x="1941042" y="5562"/>
                  </a:lnTo>
                  <a:lnTo>
                    <a:pt x="1892808" y="0"/>
                  </a:lnTo>
                  <a:lnTo>
                    <a:pt x="1844560" y="5562"/>
                  </a:lnTo>
                  <a:lnTo>
                    <a:pt x="1800288" y="21374"/>
                  </a:lnTo>
                  <a:lnTo>
                    <a:pt x="1761236" y="46189"/>
                  </a:lnTo>
                  <a:lnTo>
                    <a:pt x="1728673" y="78752"/>
                  </a:lnTo>
                  <a:lnTo>
                    <a:pt x="1703857" y="117805"/>
                  </a:lnTo>
                  <a:lnTo>
                    <a:pt x="1688045" y="162077"/>
                  </a:lnTo>
                  <a:lnTo>
                    <a:pt x="1683537" y="201168"/>
                  </a:lnTo>
                  <a:lnTo>
                    <a:pt x="27432" y="201168"/>
                  </a:lnTo>
                  <a:lnTo>
                    <a:pt x="16764" y="203339"/>
                  </a:lnTo>
                  <a:lnTo>
                    <a:pt x="8039" y="209219"/>
                  </a:lnTo>
                  <a:lnTo>
                    <a:pt x="2159" y="217944"/>
                  </a:lnTo>
                  <a:lnTo>
                    <a:pt x="0" y="228600"/>
                  </a:lnTo>
                  <a:lnTo>
                    <a:pt x="2159" y="239268"/>
                  </a:lnTo>
                  <a:lnTo>
                    <a:pt x="8039" y="247992"/>
                  </a:lnTo>
                  <a:lnTo>
                    <a:pt x="16764" y="253873"/>
                  </a:lnTo>
                  <a:lnTo>
                    <a:pt x="27432" y="256032"/>
                  </a:lnTo>
                  <a:lnTo>
                    <a:pt x="1687753" y="256032"/>
                  </a:lnTo>
                  <a:lnTo>
                    <a:pt x="1688045" y="258559"/>
                  </a:lnTo>
                  <a:lnTo>
                    <a:pt x="1703857" y="302831"/>
                  </a:lnTo>
                  <a:lnTo>
                    <a:pt x="1728673" y="341884"/>
                  </a:lnTo>
                  <a:lnTo>
                    <a:pt x="1761236" y="374446"/>
                  </a:lnTo>
                  <a:lnTo>
                    <a:pt x="1800288" y="399262"/>
                  </a:lnTo>
                  <a:lnTo>
                    <a:pt x="1844560" y="415074"/>
                  </a:lnTo>
                  <a:lnTo>
                    <a:pt x="1892808" y="420624"/>
                  </a:lnTo>
                  <a:lnTo>
                    <a:pt x="1941042" y="415074"/>
                  </a:lnTo>
                  <a:lnTo>
                    <a:pt x="1985314" y="399262"/>
                  </a:lnTo>
                  <a:lnTo>
                    <a:pt x="2024367" y="374446"/>
                  </a:lnTo>
                  <a:lnTo>
                    <a:pt x="2056930" y="341884"/>
                  </a:lnTo>
                  <a:lnTo>
                    <a:pt x="2081745" y="302831"/>
                  </a:lnTo>
                  <a:lnTo>
                    <a:pt x="2097557" y="258559"/>
                  </a:lnTo>
                  <a:lnTo>
                    <a:pt x="2097836" y="256032"/>
                  </a:lnTo>
                  <a:lnTo>
                    <a:pt x="3767328" y="256032"/>
                  </a:lnTo>
                  <a:lnTo>
                    <a:pt x="3777983" y="253873"/>
                  </a:lnTo>
                  <a:lnTo>
                    <a:pt x="3786708" y="247992"/>
                  </a:lnTo>
                  <a:lnTo>
                    <a:pt x="3792588" y="239268"/>
                  </a:lnTo>
                  <a:lnTo>
                    <a:pt x="3794760" y="228600"/>
                  </a:lnTo>
                  <a:close/>
                </a:path>
              </a:pathLst>
            </a:custGeom>
            <a:solidFill>
              <a:srgbClr val="1A2C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899962" y="5120809"/>
              <a:ext cx="166505" cy="155118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10412983" y="5414073"/>
            <a:ext cx="3143250" cy="11925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795" algn="ctr">
              <a:lnSpc>
                <a:spcPct val="100000"/>
              </a:lnSpc>
              <a:spcBef>
                <a:spcPts val="125"/>
              </a:spcBef>
            </a:pPr>
            <a:r>
              <a:rPr sz="2350" b="1" spc="-10" dirty="0">
                <a:solidFill>
                  <a:srgbClr val="3A3535"/>
                </a:solidFill>
                <a:latin typeface="Trebuchet MS"/>
                <a:cs typeface="Trebuchet MS"/>
              </a:rPr>
              <a:t>Flask</a:t>
            </a:r>
            <a:endParaRPr sz="2350">
              <a:latin typeface="Trebuchet MS"/>
              <a:cs typeface="Trebuchet MS"/>
            </a:endParaRPr>
          </a:p>
          <a:p>
            <a:pPr marL="12700" marR="5080" algn="ctr">
              <a:lnSpc>
                <a:spcPct val="111200"/>
              </a:lnSpc>
              <a:spcBef>
                <a:spcPts val="935"/>
              </a:spcBef>
            </a:pPr>
            <a:r>
              <a:rPr sz="1350" dirty="0">
                <a:solidFill>
                  <a:srgbClr val="3A3535"/>
                </a:solidFill>
                <a:latin typeface="Verdana"/>
                <a:cs typeface="Verdana"/>
              </a:rPr>
              <a:t>Lightweight</a:t>
            </a:r>
            <a:r>
              <a:rPr sz="1350" spc="-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3A3535"/>
                </a:solidFill>
                <a:latin typeface="Verdana"/>
                <a:cs typeface="Verdana"/>
              </a:rPr>
              <a:t>web</a:t>
            </a:r>
            <a:r>
              <a:rPr sz="1350" spc="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3A3535"/>
                </a:solidFill>
                <a:latin typeface="Verdana"/>
                <a:cs typeface="Verdana"/>
              </a:rPr>
              <a:t>framework</a:t>
            </a:r>
            <a:r>
              <a:rPr sz="1350" spc="3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3A3535"/>
                </a:solidFill>
                <a:latin typeface="Verdana"/>
                <a:cs typeface="Verdana"/>
              </a:rPr>
              <a:t>used</a:t>
            </a:r>
            <a:r>
              <a:rPr sz="1350" spc="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3A3535"/>
                </a:solidFill>
                <a:latin typeface="Verdana"/>
                <a:cs typeface="Verdana"/>
              </a:rPr>
              <a:t>to </a:t>
            </a:r>
            <a:r>
              <a:rPr sz="1350" dirty="0">
                <a:solidFill>
                  <a:srgbClr val="3A3535"/>
                </a:solidFill>
                <a:latin typeface="Verdana"/>
                <a:cs typeface="Verdana"/>
              </a:rPr>
              <a:t>stream</a:t>
            </a:r>
            <a:r>
              <a:rPr sz="1350" spc="1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3A3535"/>
                </a:solidFill>
                <a:latin typeface="Verdana"/>
                <a:cs typeface="Verdana"/>
              </a:rPr>
              <a:t>the</a:t>
            </a:r>
            <a:r>
              <a:rPr sz="1350" spc="-10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3A3535"/>
                </a:solidFill>
                <a:latin typeface="Verdana"/>
                <a:cs typeface="Verdana"/>
              </a:rPr>
              <a:t>video</a:t>
            </a:r>
            <a:r>
              <a:rPr sz="1350" spc="-10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spc="55" dirty="0">
                <a:solidFill>
                  <a:srgbClr val="3A3535"/>
                </a:solidFill>
                <a:latin typeface="Verdana"/>
                <a:cs typeface="Verdana"/>
              </a:rPr>
              <a:t>feed</a:t>
            </a:r>
            <a:r>
              <a:rPr sz="1350" spc="-4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3A3535"/>
                </a:solidFill>
                <a:latin typeface="Verdana"/>
                <a:cs typeface="Verdana"/>
              </a:rPr>
              <a:t>and</a:t>
            </a:r>
            <a:r>
              <a:rPr sz="1350" spc="-5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3A3535"/>
                </a:solidFill>
                <a:latin typeface="Verdana"/>
                <a:cs typeface="Verdana"/>
              </a:rPr>
              <a:t>host</a:t>
            </a:r>
            <a:r>
              <a:rPr sz="1350" spc="-5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3A3535"/>
                </a:solidFill>
                <a:latin typeface="Verdana"/>
                <a:cs typeface="Verdana"/>
              </a:rPr>
              <a:t>a </a:t>
            </a:r>
            <a:r>
              <a:rPr sz="1350" spc="45" dirty="0">
                <a:solidFill>
                  <a:srgbClr val="3A3535"/>
                </a:solidFill>
                <a:latin typeface="Verdana"/>
                <a:cs typeface="Verdana"/>
              </a:rPr>
              <a:t>project</a:t>
            </a:r>
            <a:r>
              <a:rPr sz="1350" spc="-18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3A3535"/>
                </a:solidFill>
                <a:latin typeface="Verdana"/>
                <a:cs typeface="Verdana"/>
              </a:rPr>
              <a:t>dashboard.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58951" y="6848856"/>
            <a:ext cx="13112750" cy="594360"/>
            <a:chOff x="758951" y="6848856"/>
            <a:chExt cx="13112750" cy="594360"/>
          </a:xfrm>
        </p:grpSpPr>
        <p:sp>
          <p:nvSpPr>
            <p:cNvPr id="37" name="object 37"/>
            <p:cNvSpPr/>
            <p:nvPr/>
          </p:nvSpPr>
          <p:spPr>
            <a:xfrm>
              <a:off x="758951" y="6848856"/>
              <a:ext cx="13112750" cy="594360"/>
            </a:xfrm>
            <a:custGeom>
              <a:avLst/>
              <a:gdLst/>
              <a:ahLst/>
              <a:cxnLst/>
              <a:rect l="l" t="t" r="r" b="b"/>
              <a:pathLst>
                <a:path w="13112750" h="594359">
                  <a:moveTo>
                    <a:pt x="13053694" y="0"/>
                  </a:moveTo>
                  <a:lnTo>
                    <a:pt x="58762" y="0"/>
                  </a:lnTo>
                  <a:lnTo>
                    <a:pt x="35891" y="4615"/>
                  </a:lnTo>
                  <a:lnTo>
                    <a:pt x="17213" y="17208"/>
                  </a:lnTo>
                  <a:lnTo>
                    <a:pt x="4618" y="35897"/>
                  </a:lnTo>
                  <a:lnTo>
                    <a:pt x="0" y="58801"/>
                  </a:lnTo>
                  <a:lnTo>
                    <a:pt x="0" y="535597"/>
                  </a:lnTo>
                  <a:lnTo>
                    <a:pt x="4618" y="558468"/>
                  </a:lnTo>
                  <a:lnTo>
                    <a:pt x="17213" y="577146"/>
                  </a:lnTo>
                  <a:lnTo>
                    <a:pt x="35891" y="589741"/>
                  </a:lnTo>
                  <a:lnTo>
                    <a:pt x="58762" y="594360"/>
                  </a:lnTo>
                  <a:lnTo>
                    <a:pt x="13053694" y="594360"/>
                  </a:lnTo>
                  <a:lnTo>
                    <a:pt x="13076598" y="589741"/>
                  </a:lnTo>
                  <a:lnTo>
                    <a:pt x="13095287" y="577146"/>
                  </a:lnTo>
                  <a:lnTo>
                    <a:pt x="13107880" y="558468"/>
                  </a:lnTo>
                  <a:lnTo>
                    <a:pt x="13112496" y="535597"/>
                  </a:lnTo>
                  <a:lnTo>
                    <a:pt x="13112496" y="58801"/>
                  </a:lnTo>
                  <a:lnTo>
                    <a:pt x="13107880" y="35897"/>
                  </a:lnTo>
                  <a:lnTo>
                    <a:pt x="13095287" y="17208"/>
                  </a:lnTo>
                  <a:lnTo>
                    <a:pt x="13076598" y="4615"/>
                  </a:lnTo>
                  <a:lnTo>
                    <a:pt x="13053694" y="0"/>
                  </a:lnTo>
                  <a:close/>
                </a:path>
              </a:pathLst>
            </a:custGeom>
            <a:solidFill>
              <a:srgbClr val="C0C9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6111" y="7059168"/>
              <a:ext cx="182880" cy="137159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1203769" y="6987502"/>
            <a:ext cx="646176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50" dirty="0">
                <a:latin typeface="Verdana"/>
                <a:cs typeface="Verdana"/>
              </a:rPr>
              <a:t>Compatible</a:t>
            </a:r>
            <a:r>
              <a:rPr sz="1550" spc="-9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with</a:t>
            </a:r>
            <a:r>
              <a:rPr sz="1550" spc="5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Windows,</a:t>
            </a:r>
            <a:r>
              <a:rPr sz="1550" spc="-114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macOS,</a:t>
            </a:r>
            <a:r>
              <a:rPr sz="1550" spc="-2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and</a:t>
            </a:r>
            <a:r>
              <a:rPr sz="1550" spc="-55" dirty="0">
                <a:latin typeface="Verdana"/>
                <a:cs typeface="Verdana"/>
              </a:rPr>
              <a:t> </a:t>
            </a:r>
            <a:r>
              <a:rPr sz="1550" spc="-30" dirty="0">
                <a:latin typeface="Verdana"/>
                <a:cs typeface="Verdana"/>
              </a:rPr>
              <a:t>Linux</a:t>
            </a:r>
            <a:r>
              <a:rPr sz="1550" spc="-1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operating</a:t>
            </a:r>
            <a:r>
              <a:rPr sz="1550" spc="-35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systems</a:t>
            </a:r>
            <a:endParaRPr sz="15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829031" y="7754111"/>
            <a:ext cx="1801495" cy="475615"/>
          </a:xfrm>
          <a:custGeom>
            <a:avLst/>
            <a:gdLst/>
            <a:ahLst/>
            <a:cxnLst/>
            <a:rect l="l" t="t" r="r" b="b"/>
            <a:pathLst>
              <a:path w="1801494" h="475615">
                <a:moveTo>
                  <a:pt x="1801368" y="0"/>
                </a:moveTo>
                <a:lnTo>
                  <a:pt x="0" y="0"/>
                </a:lnTo>
                <a:lnTo>
                  <a:pt x="0" y="475488"/>
                </a:lnTo>
                <a:lnTo>
                  <a:pt x="1801368" y="47548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6251" y="803274"/>
            <a:ext cx="6988809" cy="761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800" spc="-85" dirty="0"/>
              <a:t>Python</a:t>
            </a:r>
            <a:r>
              <a:rPr sz="4800" spc="-480" dirty="0"/>
              <a:t> </a:t>
            </a:r>
            <a:r>
              <a:rPr sz="4800" spc="110" dirty="0"/>
              <a:t>Code</a:t>
            </a:r>
            <a:r>
              <a:rPr sz="4800" spc="-500" dirty="0"/>
              <a:t> </a:t>
            </a:r>
            <a:r>
              <a:rPr sz="4800" spc="-35" dirty="0"/>
              <a:t>Explanation</a:t>
            </a:r>
            <a:endParaRPr sz="4800"/>
          </a:p>
        </p:txBody>
      </p:sp>
      <p:grpSp>
        <p:nvGrpSpPr>
          <p:cNvPr id="4" name="object 4"/>
          <p:cNvGrpSpPr/>
          <p:nvPr/>
        </p:nvGrpSpPr>
        <p:grpSpPr>
          <a:xfrm>
            <a:off x="731519" y="2019300"/>
            <a:ext cx="4272280" cy="2755900"/>
            <a:chOff x="731519" y="2019300"/>
            <a:chExt cx="4272280" cy="2755900"/>
          </a:xfrm>
        </p:grpSpPr>
        <p:sp>
          <p:nvSpPr>
            <p:cNvPr id="5" name="object 5"/>
            <p:cNvSpPr/>
            <p:nvPr/>
          </p:nvSpPr>
          <p:spPr>
            <a:xfrm>
              <a:off x="763523" y="2034540"/>
              <a:ext cx="4224655" cy="2725420"/>
            </a:xfrm>
            <a:custGeom>
              <a:avLst/>
              <a:gdLst/>
              <a:ahLst/>
              <a:cxnLst/>
              <a:rect l="l" t="t" r="r" b="b"/>
              <a:pathLst>
                <a:path w="4224655" h="2725420">
                  <a:moveTo>
                    <a:pt x="4078097" y="0"/>
                  </a:moveTo>
                  <a:lnTo>
                    <a:pt x="146380" y="0"/>
                  </a:lnTo>
                  <a:lnTo>
                    <a:pt x="100110" y="7462"/>
                  </a:lnTo>
                  <a:lnTo>
                    <a:pt x="59927" y="28244"/>
                  </a:lnTo>
                  <a:lnTo>
                    <a:pt x="28241" y="59938"/>
                  </a:lnTo>
                  <a:lnTo>
                    <a:pt x="7462" y="100136"/>
                  </a:lnTo>
                  <a:lnTo>
                    <a:pt x="0" y="146431"/>
                  </a:lnTo>
                  <a:lnTo>
                    <a:pt x="0" y="2578481"/>
                  </a:lnTo>
                  <a:lnTo>
                    <a:pt x="7462" y="2624775"/>
                  </a:lnTo>
                  <a:lnTo>
                    <a:pt x="28241" y="2664973"/>
                  </a:lnTo>
                  <a:lnTo>
                    <a:pt x="59927" y="2696667"/>
                  </a:lnTo>
                  <a:lnTo>
                    <a:pt x="100110" y="2717449"/>
                  </a:lnTo>
                  <a:lnTo>
                    <a:pt x="146380" y="2724912"/>
                  </a:lnTo>
                  <a:lnTo>
                    <a:pt x="4078097" y="2724912"/>
                  </a:lnTo>
                  <a:lnTo>
                    <a:pt x="4124391" y="2717449"/>
                  </a:lnTo>
                  <a:lnTo>
                    <a:pt x="4164589" y="2696667"/>
                  </a:lnTo>
                  <a:lnTo>
                    <a:pt x="4196283" y="2664973"/>
                  </a:lnTo>
                  <a:lnTo>
                    <a:pt x="4217065" y="2624775"/>
                  </a:lnTo>
                  <a:lnTo>
                    <a:pt x="4224528" y="2578481"/>
                  </a:lnTo>
                  <a:lnTo>
                    <a:pt x="4224528" y="146431"/>
                  </a:lnTo>
                  <a:lnTo>
                    <a:pt x="4217065" y="100136"/>
                  </a:lnTo>
                  <a:lnTo>
                    <a:pt x="4196283" y="59938"/>
                  </a:lnTo>
                  <a:lnTo>
                    <a:pt x="4164589" y="28244"/>
                  </a:lnTo>
                  <a:lnTo>
                    <a:pt x="4124391" y="7462"/>
                  </a:lnTo>
                  <a:lnTo>
                    <a:pt x="4078097" y="0"/>
                  </a:lnTo>
                  <a:close/>
                </a:path>
              </a:pathLst>
            </a:custGeom>
            <a:solidFill>
              <a:srgbClr val="FF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3523" y="2034540"/>
              <a:ext cx="4224655" cy="2725420"/>
            </a:xfrm>
            <a:custGeom>
              <a:avLst/>
              <a:gdLst/>
              <a:ahLst/>
              <a:cxnLst/>
              <a:rect l="l" t="t" r="r" b="b"/>
              <a:pathLst>
                <a:path w="4224655" h="2725420">
                  <a:moveTo>
                    <a:pt x="0" y="146431"/>
                  </a:moveTo>
                  <a:lnTo>
                    <a:pt x="7462" y="100136"/>
                  </a:lnTo>
                  <a:lnTo>
                    <a:pt x="28241" y="59938"/>
                  </a:lnTo>
                  <a:lnTo>
                    <a:pt x="59927" y="28244"/>
                  </a:lnTo>
                  <a:lnTo>
                    <a:pt x="100110" y="7462"/>
                  </a:lnTo>
                  <a:lnTo>
                    <a:pt x="146380" y="0"/>
                  </a:lnTo>
                  <a:lnTo>
                    <a:pt x="4078097" y="0"/>
                  </a:lnTo>
                  <a:lnTo>
                    <a:pt x="4124391" y="7462"/>
                  </a:lnTo>
                  <a:lnTo>
                    <a:pt x="4164589" y="28244"/>
                  </a:lnTo>
                  <a:lnTo>
                    <a:pt x="4196283" y="59938"/>
                  </a:lnTo>
                  <a:lnTo>
                    <a:pt x="4217065" y="100136"/>
                  </a:lnTo>
                  <a:lnTo>
                    <a:pt x="4224528" y="146431"/>
                  </a:lnTo>
                  <a:lnTo>
                    <a:pt x="4224528" y="2578481"/>
                  </a:lnTo>
                  <a:lnTo>
                    <a:pt x="4217065" y="2624775"/>
                  </a:lnTo>
                  <a:lnTo>
                    <a:pt x="4196283" y="2664973"/>
                  </a:lnTo>
                  <a:lnTo>
                    <a:pt x="4164589" y="2696667"/>
                  </a:lnTo>
                  <a:lnTo>
                    <a:pt x="4124391" y="2717449"/>
                  </a:lnTo>
                  <a:lnTo>
                    <a:pt x="4078097" y="2724912"/>
                  </a:lnTo>
                  <a:lnTo>
                    <a:pt x="146380" y="2724912"/>
                  </a:lnTo>
                  <a:lnTo>
                    <a:pt x="100110" y="2717449"/>
                  </a:lnTo>
                  <a:lnTo>
                    <a:pt x="59927" y="2696667"/>
                  </a:lnTo>
                  <a:lnTo>
                    <a:pt x="28241" y="2664973"/>
                  </a:lnTo>
                  <a:lnTo>
                    <a:pt x="7462" y="2624775"/>
                  </a:lnTo>
                  <a:lnTo>
                    <a:pt x="0" y="2578481"/>
                  </a:lnTo>
                  <a:lnTo>
                    <a:pt x="0" y="146431"/>
                  </a:lnTo>
                  <a:close/>
                </a:path>
              </a:pathLst>
            </a:custGeom>
            <a:ln w="30480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1519" y="2029967"/>
              <a:ext cx="119380" cy="2725420"/>
            </a:xfrm>
            <a:custGeom>
              <a:avLst/>
              <a:gdLst/>
              <a:ahLst/>
              <a:cxnLst/>
              <a:rect l="l" t="t" r="r" b="b"/>
              <a:pathLst>
                <a:path w="119380" h="2725420">
                  <a:moveTo>
                    <a:pt x="59436" y="0"/>
                  </a:moveTo>
                  <a:lnTo>
                    <a:pt x="36299" y="4679"/>
                  </a:lnTo>
                  <a:lnTo>
                    <a:pt x="17406" y="17430"/>
                  </a:lnTo>
                  <a:lnTo>
                    <a:pt x="4670" y="36325"/>
                  </a:lnTo>
                  <a:lnTo>
                    <a:pt x="0" y="59436"/>
                  </a:lnTo>
                  <a:lnTo>
                    <a:pt x="0" y="2665476"/>
                  </a:lnTo>
                  <a:lnTo>
                    <a:pt x="4670" y="2688586"/>
                  </a:lnTo>
                  <a:lnTo>
                    <a:pt x="17406" y="2707481"/>
                  </a:lnTo>
                  <a:lnTo>
                    <a:pt x="36299" y="2720232"/>
                  </a:lnTo>
                  <a:lnTo>
                    <a:pt x="59436" y="2724912"/>
                  </a:lnTo>
                  <a:lnTo>
                    <a:pt x="82572" y="2720232"/>
                  </a:lnTo>
                  <a:lnTo>
                    <a:pt x="101465" y="2707481"/>
                  </a:lnTo>
                  <a:lnTo>
                    <a:pt x="114201" y="2688586"/>
                  </a:lnTo>
                  <a:lnTo>
                    <a:pt x="118871" y="2665476"/>
                  </a:lnTo>
                  <a:lnTo>
                    <a:pt x="118871" y="59436"/>
                  </a:lnTo>
                  <a:lnTo>
                    <a:pt x="114201" y="36325"/>
                  </a:lnTo>
                  <a:lnTo>
                    <a:pt x="101465" y="17430"/>
                  </a:lnTo>
                  <a:lnTo>
                    <a:pt x="82572" y="4679"/>
                  </a:lnTo>
                  <a:lnTo>
                    <a:pt x="59436" y="0"/>
                  </a:lnTo>
                  <a:close/>
                </a:path>
              </a:pathLst>
            </a:custGeom>
            <a:solidFill>
              <a:srgbClr val="1A2C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848611" y="2243645"/>
            <a:ext cx="214122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b="1" dirty="0">
                <a:solidFill>
                  <a:srgbClr val="3A3535"/>
                </a:solidFill>
                <a:latin typeface="Trebuchet MS"/>
                <a:cs typeface="Trebuchet MS"/>
              </a:rPr>
              <a:t>Camera</a:t>
            </a:r>
            <a:r>
              <a:rPr sz="2350" b="1" spc="-15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350" b="1" spc="60" dirty="0">
                <a:solidFill>
                  <a:srgbClr val="3A3535"/>
                </a:solidFill>
                <a:latin typeface="Trebuchet MS"/>
                <a:cs typeface="Trebuchet MS"/>
              </a:rPr>
              <a:t>Access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6695" y="2863951"/>
            <a:ext cx="3535045" cy="10598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indent="3810" algn="ctr">
              <a:lnSpc>
                <a:spcPct val="145300"/>
              </a:lnSpc>
              <a:spcBef>
                <a:spcPts val="130"/>
              </a:spcBef>
            </a:pPr>
            <a:r>
              <a:rPr sz="1550" spc="60" dirty="0">
                <a:solidFill>
                  <a:srgbClr val="3A3535"/>
                </a:solidFill>
                <a:latin typeface="Verdana"/>
                <a:cs typeface="Verdana"/>
              </a:rPr>
              <a:t>OpenCV's</a:t>
            </a:r>
            <a:r>
              <a:rPr sz="1550" spc="5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spc="10" dirty="0">
                <a:solidFill>
                  <a:srgbClr val="3A3535"/>
                </a:solidFill>
                <a:latin typeface="Verdana"/>
                <a:cs typeface="Verdana"/>
              </a:rPr>
              <a:t>VideoCapture</a:t>
            </a:r>
            <a:r>
              <a:rPr sz="1550" spc="6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spc="-10" dirty="0">
                <a:solidFill>
                  <a:srgbClr val="3A3535"/>
                </a:solidFill>
                <a:latin typeface="Verdana"/>
                <a:cs typeface="Verdana"/>
              </a:rPr>
              <a:t>initialises </a:t>
            </a:r>
            <a:r>
              <a:rPr sz="1550" dirty="0">
                <a:solidFill>
                  <a:srgbClr val="3A3535"/>
                </a:solidFill>
                <a:latin typeface="Verdana"/>
                <a:cs typeface="Verdana"/>
              </a:rPr>
              <a:t>webcam</a:t>
            </a:r>
            <a:r>
              <a:rPr sz="1550" spc="-2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dirty="0">
                <a:solidFill>
                  <a:srgbClr val="3A3535"/>
                </a:solidFill>
                <a:latin typeface="Verdana"/>
                <a:cs typeface="Verdana"/>
              </a:rPr>
              <a:t>and</a:t>
            </a:r>
            <a:r>
              <a:rPr sz="1550" spc="-10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dirty="0">
                <a:solidFill>
                  <a:srgbClr val="3A3535"/>
                </a:solidFill>
                <a:latin typeface="Verdana"/>
                <a:cs typeface="Verdana"/>
              </a:rPr>
              <a:t>retrieves</a:t>
            </a:r>
            <a:r>
              <a:rPr sz="1550" spc="-5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spc="-10" dirty="0">
                <a:solidFill>
                  <a:srgbClr val="3A3535"/>
                </a:solidFill>
                <a:latin typeface="Verdana"/>
                <a:cs typeface="Verdana"/>
              </a:rPr>
              <a:t>frames </a:t>
            </a:r>
            <a:r>
              <a:rPr sz="1550" dirty="0">
                <a:solidFill>
                  <a:srgbClr val="3A3535"/>
                </a:solidFill>
                <a:latin typeface="Verdana"/>
                <a:cs typeface="Verdana"/>
              </a:rPr>
              <a:t>continuously</a:t>
            </a:r>
            <a:r>
              <a:rPr sz="1550" spc="-10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dirty="0">
                <a:solidFill>
                  <a:srgbClr val="3A3535"/>
                </a:solidFill>
                <a:latin typeface="Verdana"/>
                <a:cs typeface="Verdana"/>
              </a:rPr>
              <a:t>using</a:t>
            </a:r>
            <a:r>
              <a:rPr sz="1550" spc="-5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spc="-50" dirty="0">
                <a:solidFill>
                  <a:srgbClr val="3A3535"/>
                </a:solidFill>
                <a:latin typeface="Verdana"/>
                <a:cs typeface="Verdana"/>
              </a:rPr>
              <a:t>a</a:t>
            </a:r>
            <a:r>
              <a:rPr sz="1550" spc="-2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spc="70" dirty="0">
                <a:solidFill>
                  <a:srgbClr val="3A3535"/>
                </a:solidFill>
                <a:latin typeface="Verdana"/>
                <a:cs typeface="Verdana"/>
              </a:rPr>
              <a:t>loop</a:t>
            </a:r>
            <a:r>
              <a:rPr sz="1550" spc="-8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spc="-10" dirty="0">
                <a:solidFill>
                  <a:srgbClr val="3A3535"/>
                </a:solidFill>
                <a:latin typeface="Verdana"/>
                <a:cs typeface="Verdana"/>
              </a:rPr>
              <a:t>structure</a:t>
            </a:r>
            <a:endParaRPr sz="155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75503" y="2019300"/>
            <a:ext cx="4272280" cy="2755900"/>
            <a:chOff x="5175503" y="2019300"/>
            <a:chExt cx="4272280" cy="2755900"/>
          </a:xfrm>
        </p:grpSpPr>
        <p:sp>
          <p:nvSpPr>
            <p:cNvPr id="11" name="object 11"/>
            <p:cNvSpPr/>
            <p:nvPr/>
          </p:nvSpPr>
          <p:spPr>
            <a:xfrm>
              <a:off x="5207507" y="2034540"/>
              <a:ext cx="4224655" cy="2725420"/>
            </a:xfrm>
            <a:custGeom>
              <a:avLst/>
              <a:gdLst/>
              <a:ahLst/>
              <a:cxnLst/>
              <a:rect l="l" t="t" r="r" b="b"/>
              <a:pathLst>
                <a:path w="4224655" h="2725420">
                  <a:moveTo>
                    <a:pt x="4078096" y="0"/>
                  </a:moveTo>
                  <a:lnTo>
                    <a:pt x="146430" y="0"/>
                  </a:lnTo>
                  <a:lnTo>
                    <a:pt x="100136" y="7462"/>
                  </a:lnTo>
                  <a:lnTo>
                    <a:pt x="59938" y="28244"/>
                  </a:lnTo>
                  <a:lnTo>
                    <a:pt x="28244" y="59938"/>
                  </a:lnTo>
                  <a:lnTo>
                    <a:pt x="7462" y="100136"/>
                  </a:lnTo>
                  <a:lnTo>
                    <a:pt x="0" y="146431"/>
                  </a:lnTo>
                  <a:lnTo>
                    <a:pt x="0" y="2578481"/>
                  </a:lnTo>
                  <a:lnTo>
                    <a:pt x="7462" y="2624775"/>
                  </a:lnTo>
                  <a:lnTo>
                    <a:pt x="28244" y="2664973"/>
                  </a:lnTo>
                  <a:lnTo>
                    <a:pt x="59938" y="2696667"/>
                  </a:lnTo>
                  <a:lnTo>
                    <a:pt x="100136" y="2717449"/>
                  </a:lnTo>
                  <a:lnTo>
                    <a:pt x="146430" y="2724912"/>
                  </a:lnTo>
                  <a:lnTo>
                    <a:pt x="4078096" y="2724912"/>
                  </a:lnTo>
                  <a:lnTo>
                    <a:pt x="4124391" y="2717449"/>
                  </a:lnTo>
                  <a:lnTo>
                    <a:pt x="4164589" y="2696667"/>
                  </a:lnTo>
                  <a:lnTo>
                    <a:pt x="4196283" y="2664973"/>
                  </a:lnTo>
                  <a:lnTo>
                    <a:pt x="4217065" y="2624775"/>
                  </a:lnTo>
                  <a:lnTo>
                    <a:pt x="4224527" y="2578481"/>
                  </a:lnTo>
                  <a:lnTo>
                    <a:pt x="4224527" y="146431"/>
                  </a:lnTo>
                  <a:lnTo>
                    <a:pt x="4217065" y="100136"/>
                  </a:lnTo>
                  <a:lnTo>
                    <a:pt x="4196283" y="59938"/>
                  </a:lnTo>
                  <a:lnTo>
                    <a:pt x="4164589" y="28244"/>
                  </a:lnTo>
                  <a:lnTo>
                    <a:pt x="4124391" y="7462"/>
                  </a:lnTo>
                  <a:lnTo>
                    <a:pt x="4078096" y="0"/>
                  </a:lnTo>
                  <a:close/>
                </a:path>
              </a:pathLst>
            </a:custGeom>
            <a:solidFill>
              <a:srgbClr val="FF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07507" y="2034540"/>
              <a:ext cx="4224655" cy="2725420"/>
            </a:xfrm>
            <a:custGeom>
              <a:avLst/>
              <a:gdLst/>
              <a:ahLst/>
              <a:cxnLst/>
              <a:rect l="l" t="t" r="r" b="b"/>
              <a:pathLst>
                <a:path w="4224655" h="2725420">
                  <a:moveTo>
                    <a:pt x="0" y="146431"/>
                  </a:moveTo>
                  <a:lnTo>
                    <a:pt x="7462" y="100136"/>
                  </a:lnTo>
                  <a:lnTo>
                    <a:pt x="28244" y="59938"/>
                  </a:lnTo>
                  <a:lnTo>
                    <a:pt x="59938" y="28244"/>
                  </a:lnTo>
                  <a:lnTo>
                    <a:pt x="100136" y="7462"/>
                  </a:lnTo>
                  <a:lnTo>
                    <a:pt x="146430" y="0"/>
                  </a:lnTo>
                  <a:lnTo>
                    <a:pt x="4078096" y="0"/>
                  </a:lnTo>
                  <a:lnTo>
                    <a:pt x="4124391" y="7462"/>
                  </a:lnTo>
                  <a:lnTo>
                    <a:pt x="4164589" y="28244"/>
                  </a:lnTo>
                  <a:lnTo>
                    <a:pt x="4196283" y="59938"/>
                  </a:lnTo>
                  <a:lnTo>
                    <a:pt x="4217065" y="100136"/>
                  </a:lnTo>
                  <a:lnTo>
                    <a:pt x="4224527" y="146431"/>
                  </a:lnTo>
                  <a:lnTo>
                    <a:pt x="4224527" y="2578481"/>
                  </a:lnTo>
                  <a:lnTo>
                    <a:pt x="4217065" y="2624775"/>
                  </a:lnTo>
                  <a:lnTo>
                    <a:pt x="4196283" y="2664973"/>
                  </a:lnTo>
                  <a:lnTo>
                    <a:pt x="4164589" y="2696667"/>
                  </a:lnTo>
                  <a:lnTo>
                    <a:pt x="4124391" y="2717449"/>
                  </a:lnTo>
                  <a:lnTo>
                    <a:pt x="4078096" y="2724912"/>
                  </a:lnTo>
                  <a:lnTo>
                    <a:pt x="146430" y="2724912"/>
                  </a:lnTo>
                  <a:lnTo>
                    <a:pt x="100136" y="2717449"/>
                  </a:lnTo>
                  <a:lnTo>
                    <a:pt x="59938" y="2696667"/>
                  </a:lnTo>
                  <a:lnTo>
                    <a:pt x="28244" y="2664973"/>
                  </a:lnTo>
                  <a:lnTo>
                    <a:pt x="7462" y="2624775"/>
                  </a:lnTo>
                  <a:lnTo>
                    <a:pt x="0" y="2578481"/>
                  </a:lnTo>
                  <a:lnTo>
                    <a:pt x="0" y="146431"/>
                  </a:lnTo>
                  <a:close/>
                </a:path>
              </a:pathLst>
            </a:custGeom>
            <a:ln w="30479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75503" y="2029967"/>
              <a:ext cx="119380" cy="2725420"/>
            </a:xfrm>
            <a:custGeom>
              <a:avLst/>
              <a:gdLst/>
              <a:ahLst/>
              <a:cxnLst/>
              <a:rect l="l" t="t" r="r" b="b"/>
              <a:pathLst>
                <a:path w="119379" h="2725420">
                  <a:moveTo>
                    <a:pt x="59436" y="0"/>
                  </a:moveTo>
                  <a:lnTo>
                    <a:pt x="36325" y="4679"/>
                  </a:lnTo>
                  <a:lnTo>
                    <a:pt x="17430" y="17430"/>
                  </a:lnTo>
                  <a:lnTo>
                    <a:pt x="4679" y="36325"/>
                  </a:lnTo>
                  <a:lnTo>
                    <a:pt x="0" y="59436"/>
                  </a:lnTo>
                  <a:lnTo>
                    <a:pt x="0" y="2665476"/>
                  </a:lnTo>
                  <a:lnTo>
                    <a:pt x="4679" y="2688586"/>
                  </a:lnTo>
                  <a:lnTo>
                    <a:pt x="17430" y="2707481"/>
                  </a:lnTo>
                  <a:lnTo>
                    <a:pt x="36325" y="2720232"/>
                  </a:lnTo>
                  <a:lnTo>
                    <a:pt x="59436" y="2724912"/>
                  </a:lnTo>
                  <a:lnTo>
                    <a:pt x="82546" y="2720232"/>
                  </a:lnTo>
                  <a:lnTo>
                    <a:pt x="101441" y="2707481"/>
                  </a:lnTo>
                  <a:lnTo>
                    <a:pt x="114192" y="2688586"/>
                  </a:lnTo>
                  <a:lnTo>
                    <a:pt x="118872" y="2665476"/>
                  </a:lnTo>
                  <a:lnTo>
                    <a:pt x="118872" y="59436"/>
                  </a:lnTo>
                  <a:lnTo>
                    <a:pt x="114192" y="36325"/>
                  </a:lnTo>
                  <a:lnTo>
                    <a:pt x="101441" y="17430"/>
                  </a:lnTo>
                  <a:lnTo>
                    <a:pt x="82546" y="4679"/>
                  </a:lnTo>
                  <a:lnTo>
                    <a:pt x="59436" y="0"/>
                  </a:lnTo>
                  <a:close/>
                </a:path>
              </a:pathLst>
            </a:custGeom>
            <a:solidFill>
              <a:srgbClr val="1A2C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577078" y="2243645"/>
            <a:ext cx="3566795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b="1" dirty="0">
                <a:solidFill>
                  <a:srgbClr val="3A3535"/>
                </a:solidFill>
                <a:latin typeface="Trebuchet MS"/>
                <a:cs typeface="Trebuchet MS"/>
              </a:rPr>
              <a:t>Hand</a:t>
            </a:r>
            <a:r>
              <a:rPr sz="2350" b="1" spc="-13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350" b="1" spc="-35" dirty="0">
                <a:solidFill>
                  <a:srgbClr val="3A3535"/>
                </a:solidFill>
                <a:latin typeface="Trebuchet MS"/>
                <a:cs typeface="Trebuchet MS"/>
              </a:rPr>
              <a:t>Landmark</a:t>
            </a:r>
            <a:r>
              <a:rPr sz="2350" b="1" spc="-12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3A3535"/>
                </a:solidFill>
                <a:latin typeface="Trebuchet MS"/>
                <a:cs typeface="Trebuchet MS"/>
              </a:rPr>
              <a:t>Detection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89778" y="2848774"/>
            <a:ext cx="3541395" cy="14077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12065" algn="ctr">
              <a:lnSpc>
                <a:spcPct val="146000"/>
              </a:lnSpc>
              <a:spcBef>
                <a:spcPts val="114"/>
              </a:spcBef>
            </a:pPr>
            <a:r>
              <a:rPr sz="1550" dirty="0">
                <a:solidFill>
                  <a:srgbClr val="3A3535"/>
                </a:solidFill>
                <a:latin typeface="Verdana"/>
                <a:cs typeface="Verdana"/>
              </a:rPr>
              <a:t>MediaPipe</a:t>
            </a:r>
            <a:r>
              <a:rPr sz="1550" spc="17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dirty="0">
                <a:solidFill>
                  <a:srgbClr val="3A3535"/>
                </a:solidFill>
                <a:latin typeface="Verdana"/>
                <a:cs typeface="Verdana"/>
              </a:rPr>
              <a:t>processes</a:t>
            </a:r>
            <a:r>
              <a:rPr sz="1550" spc="16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dirty="0">
                <a:solidFill>
                  <a:srgbClr val="3A3535"/>
                </a:solidFill>
                <a:latin typeface="Verdana"/>
                <a:cs typeface="Verdana"/>
              </a:rPr>
              <a:t>each</a:t>
            </a:r>
            <a:r>
              <a:rPr sz="1550" spc="12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spc="-10" dirty="0">
                <a:solidFill>
                  <a:srgbClr val="3A3535"/>
                </a:solidFill>
                <a:latin typeface="Verdana"/>
                <a:cs typeface="Verdana"/>
              </a:rPr>
              <a:t>frame, </a:t>
            </a:r>
            <a:r>
              <a:rPr sz="1550" dirty="0">
                <a:solidFill>
                  <a:srgbClr val="3A3535"/>
                </a:solidFill>
                <a:latin typeface="Verdana"/>
                <a:cs typeface="Verdana"/>
              </a:rPr>
              <a:t>identifying</a:t>
            </a:r>
            <a:r>
              <a:rPr sz="1550" spc="1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spc="-210" dirty="0">
                <a:solidFill>
                  <a:srgbClr val="3A3535"/>
                </a:solidFill>
                <a:latin typeface="Verdana"/>
                <a:cs typeface="Verdana"/>
              </a:rPr>
              <a:t>21</a:t>
            </a:r>
            <a:r>
              <a:rPr sz="1550" spc="-2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dirty="0">
                <a:solidFill>
                  <a:srgbClr val="3A3535"/>
                </a:solidFill>
                <a:latin typeface="Verdana"/>
                <a:cs typeface="Verdana"/>
              </a:rPr>
              <a:t>3D</a:t>
            </a:r>
            <a:r>
              <a:rPr sz="1550" spc="-9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spc="-10" dirty="0">
                <a:solidFill>
                  <a:srgbClr val="3A3535"/>
                </a:solidFill>
                <a:latin typeface="Verdana"/>
                <a:cs typeface="Verdana"/>
              </a:rPr>
              <a:t>coordinates </a:t>
            </a:r>
            <a:r>
              <a:rPr sz="1550" dirty="0">
                <a:solidFill>
                  <a:srgbClr val="3A3535"/>
                </a:solidFill>
                <a:latin typeface="Verdana"/>
                <a:cs typeface="Verdana"/>
              </a:rPr>
              <a:t>representing</a:t>
            </a:r>
            <a:r>
              <a:rPr sz="1550" spc="-1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dirty="0">
                <a:solidFill>
                  <a:srgbClr val="3A3535"/>
                </a:solidFill>
                <a:latin typeface="Verdana"/>
                <a:cs typeface="Verdana"/>
              </a:rPr>
              <a:t>finger</a:t>
            </a:r>
            <a:r>
              <a:rPr sz="1550" spc="-1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dirty="0">
                <a:solidFill>
                  <a:srgbClr val="3A3535"/>
                </a:solidFill>
                <a:latin typeface="Verdana"/>
                <a:cs typeface="Verdana"/>
              </a:rPr>
              <a:t>joints</a:t>
            </a:r>
            <a:r>
              <a:rPr sz="1550" spc="1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dirty="0">
                <a:solidFill>
                  <a:srgbClr val="3A3535"/>
                </a:solidFill>
                <a:latin typeface="Verdana"/>
                <a:cs typeface="Verdana"/>
              </a:rPr>
              <a:t>and</a:t>
            </a:r>
            <a:r>
              <a:rPr sz="1550" spc="-3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spc="-20" dirty="0">
                <a:solidFill>
                  <a:srgbClr val="3A3535"/>
                </a:solidFill>
                <a:latin typeface="Verdana"/>
                <a:cs typeface="Verdana"/>
              </a:rPr>
              <a:t>palm </a:t>
            </a:r>
            <a:r>
              <a:rPr sz="1550" spc="35" dirty="0">
                <a:solidFill>
                  <a:srgbClr val="3A3535"/>
                </a:solidFill>
                <a:latin typeface="Verdana"/>
                <a:cs typeface="Verdana"/>
              </a:rPr>
              <a:t>position</a:t>
            </a:r>
            <a:endParaRPr sz="155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610343" y="2019300"/>
            <a:ext cx="4281170" cy="2755900"/>
            <a:chOff x="9610343" y="2019300"/>
            <a:chExt cx="4281170" cy="2755900"/>
          </a:xfrm>
        </p:grpSpPr>
        <p:sp>
          <p:nvSpPr>
            <p:cNvPr id="17" name="object 17"/>
            <p:cNvSpPr/>
            <p:nvPr/>
          </p:nvSpPr>
          <p:spPr>
            <a:xfrm>
              <a:off x="9651491" y="2034540"/>
              <a:ext cx="4224655" cy="2725420"/>
            </a:xfrm>
            <a:custGeom>
              <a:avLst/>
              <a:gdLst/>
              <a:ahLst/>
              <a:cxnLst/>
              <a:rect l="l" t="t" r="r" b="b"/>
              <a:pathLst>
                <a:path w="4224655" h="2725420">
                  <a:moveTo>
                    <a:pt x="4078096" y="0"/>
                  </a:moveTo>
                  <a:lnTo>
                    <a:pt x="146430" y="0"/>
                  </a:lnTo>
                  <a:lnTo>
                    <a:pt x="100136" y="7462"/>
                  </a:lnTo>
                  <a:lnTo>
                    <a:pt x="59938" y="28244"/>
                  </a:lnTo>
                  <a:lnTo>
                    <a:pt x="28244" y="59938"/>
                  </a:lnTo>
                  <a:lnTo>
                    <a:pt x="7462" y="100136"/>
                  </a:lnTo>
                  <a:lnTo>
                    <a:pt x="0" y="146431"/>
                  </a:lnTo>
                  <a:lnTo>
                    <a:pt x="0" y="2578481"/>
                  </a:lnTo>
                  <a:lnTo>
                    <a:pt x="7462" y="2624775"/>
                  </a:lnTo>
                  <a:lnTo>
                    <a:pt x="28244" y="2664973"/>
                  </a:lnTo>
                  <a:lnTo>
                    <a:pt x="59938" y="2696667"/>
                  </a:lnTo>
                  <a:lnTo>
                    <a:pt x="100136" y="2717449"/>
                  </a:lnTo>
                  <a:lnTo>
                    <a:pt x="146430" y="2724912"/>
                  </a:lnTo>
                  <a:lnTo>
                    <a:pt x="4078096" y="2724912"/>
                  </a:lnTo>
                  <a:lnTo>
                    <a:pt x="4124391" y="2717449"/>
                  </a:lnTo>
                  <a:lnTo>
                    <a:pt x="4164589" y="2696667"/>
                  </a:lnTo>
                  <a:lnTo>
                    <a:pt x="4196283" y="2664973"/>
                  </a:lnTo>
                  <a:lnTo>
                    <a:pt x="4217065" y="2624775"/>
                  </a:lnTo>
                  <a:lnTo>
                    <a:pt x="4224527" y="2578481"/>
                  </a:lnTo>
                  <a:lnTo>
                    <a:pt x="4224527" y="146431"/>
                  </a:lnTo>
                  <a:lnTo>
                    <a:pt x="4217065" y="100136"/>
                  </a:lnTo>
                  <a:lnTo>
                    <a:pt x="4196283" y="59938"/>
                  </a:lnTo>
                  <a:lnTo>
                    <a:pt x="4164589" y="28244"/>
                  </a:lnTo>
                  <a:lnTo>
                    <a:pt x="4124391" y="7462"/>
                  </a:lnTo>
                  <a:lnTo>
                    <a:pt x="4078096" y="0"/>
                  </a:lnTo>
                  <a:close/>
                </a:path>
              </a:pathLst>
            </a:custGeom>
            <a:solidFill>
              <a:srgbClr val="FF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651491" y="2034540"/>
              <a:ext cx="4224655" cy="2725420"/>
            </a:xfrm>
            <a:custGeom>
              <a:avLst/>
              <a:gdLst/>
              <a:ahLst/>
              <a:cxnLst/>
              <a:rect l="l" t="t" r="r" b="b"/>
              <a:pathLst>
                <a:path w="4224655" h="2725420">
                  <a:moveTo>
                    <a:pt x="0" y="146431"/>
                  </a:moveTo>
                  <a:lnTo>
                    <a:pt x="7462" y="100136"/>
                  </a:lnTo>
                  <a:lnTo>
                    <a:pt x="28244" y="59938"/>
                  </a:lnTo>
                  <a:lnTo>
                    <a:pt x="59938" y="28244"/>
                  </a:lnTo>
                  <a:lnTo>
                    <a:pt x="100136" y="7462"/>
                  </a:lnTo>
                  <a:lnTo>
                    <a:pt x="146430" y="0"/>
                  </a:lnTo>
                  <a:lnTo>
                    <a:pt x="4078096" y="0"/>
                  </a:lnTo>
                  <a:lnTo>
                    <a:pt x="4124391" y="7462"/>
                  </a:lnTo>
                  <a:lnTo>
                    <a:pt x="4164589" y="28244"/>
                  </a:lnTo>
                  <a:lnTo>
                    <a:pt x="4196283" y="59938"/>
                  </a:lnTo>
                  <a:lnTo>
                    <a:pt x="4217065" y="100136"/>
                  </a:lnTo>
                  <a:lnTo>
                    <a:pt x="4224527" y="146431"/>
                  </a:lnTo>
                  <a:lnTo>
                    <a:pt x="4224527" y="2578481"/>
                  </a:lnTo>
                  <a:lnTo>
                    <a:pt x="4217065" y="2624775"/>
                  </a:lnTo>
                  <a:lnTo>
                    <a:pt x="4196283" y="2664973"/>
                  </a:lnTo>
                  <a:lnTo>
                    <a:pt x="4164589" y="2696667"/>
                  </a:lnTo>
                  <a:lnTo>
                    <a:pt x="4124391" y="2717449"/>
                  </a:lnTo>
                  <a:lnTo>
                    <a:pt x="4078096" y="2724912"/>
                  </a:lnTo>
                  <a:lnTo>
                    <a:pt x="146430" y="2724912"/>
                  </a:lnTo>
                  <a:lnTo>
                    <a:pt x="100136" y="2717449"/>
                  </a:lnTo>
                  <a:lnTo>
                    <a:pt x="59938" y="2696667"/>
                  </a:lnTo>
                  <a:lnTo>
                    <a:pt x="28244" y="2664973"/>
                  </a:lnTo>
                  <a:lnTo>
                    <a:pt x="7462" y="2624775"/>
                  </a:lnTo>
                  <a:lnTo>
                    <a:pt x="0" y="2578481"/>
                  </a:lnTo>
                  <a:lnTo>
                    <a:pt x="0" y="146431"/>
                  </a:lnTo>
                  <a:close/>
                </a:path>
              </a:pathLst>
            </a:custGeom>
            <a:ln w="30480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610343" y="2029967"/>
              <a:ext cx="128270" cy="2725420"/>
            </a:xfrm>
            <a:custGeom>
              <a:avLst/>
              <a:gdLst/>
              <a:ahLst/>
              <a:cxnLst/>
              <a:rect l="l" t="t" r="r" b="b"/>
              <a:pathLst>
                <a:path w="128270" h="2725420">
                  <a:moveTo>
                    <a:pt x="64007" y="0"/>
                  </a:move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8"/>
                  </a:lnTo>
                  <a:lnTo>
                    <a:pt x="0" y="2660904"/>
                  </a:lnTo>
                  <a:lnTo>
                    <a:pt x="5036" y="2685799"/>
                  </a:lnTo>
                  <a:lnTo>
                    <a:pt x="18764" y="2706147"/>
                  </a:lnTo>
                  <a:lnTo>
                    <a:pt x="39112" y="2719875"/>
                  </a:lnTo>
                  <a:lnTo>
                    <a:pt x="64007" y="2724912"/>
                  </a:lnTo>
                  <a:lnTo>
                    <a:pt x="88903" y="2719875"/>
                  </a:lnTo>
                  <a:lnTo>
                    <a:pt x="109251" y="2706147"/>
                  </a:lnTo>
                  <a:lnTo>
                    <a:pt x="122979" y="2685799"/>
                  </a:lnTo>
                  <a:lnTo>
                    <a:pt x="128015" y="2660904"/>
                  </a:lnTo>
                  <a:lnTo>
                    <a:pt x="128015" y="64008"/>
                  </a:lnTo>
                  <a:lnTo>
                    <a:pt x="122979" y="39112"/>
                  </a:lnTo>
                  <a:lnTo>
                    <a:pt x="109251" y="18764"/>
                  </a:lnTo>
                  <a:lnTo>
                    <a:pt x="88903" y="5036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1A2C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0170921" y="2243645"/>
            <a:ext cx="3274060" cy="19564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125"/>
              </a:spcBef>
            </a:pPr>
            <a:r>
              <a:rPr sz="2350" b="1" dirty="0">
                <a:solidFill>
                  <a:srgbClr val="3A3535"/>
                </a:solidFill>
                <a:latin typeface="Trebuchet MS"/>
                <a:cs typeface="Trebuchet MS"/>
              </a:rPr>
              <a:t>Distance</a:t>
            </a:r>
            <a:r>
              <a:rPr sz="2350" b="1" spc="-13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3A3535"/>
                </a:solidFill>
                <a:latin typeface="Trebuchet MS"/>
                <a:cs typeface="Trebuchet MS"/>
              </a:rPr>
              <a:t>Calculation</a:t>
            </a:r>
            <a:endParaRPr sz="2350">
              <a:latin typeface="Trebuchet MS"/>
              <a:cs typeface="Trebuchet MS"/>
            </a:endParaRPr>
          </a:p>
          <a:p>
            <a:pPr marL="12700" marR="5080" indent="6985" algn="ctr">
              <a:lnSpc>
                <a:spcPct val="145900"/>
              </a:lnSpc>
              <a:spcBef>
                <a:spcPts val="1495"/>
              </a:spcBef>
            </a:pPr>
            <a:r>
              <a:rPr sz="1550" dirty="0">
                <a:solidFill>
                  <a:srgbClr val="3A3535"/>
                </a:solidFill>
                <a:latin typeface="Verdana"/>
                <a:cs typeface="Verdana"/>
              </a:rPr>
              <a:t>NumPy</a:t>
            </a:r>
            <a:r>
              <a:rPr sz="1550" spc="-114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spc="50" dirty="0">
                <a:solidFill>
                  <a:srgbClr val="3A3535"/>
                </a:solidFill>
                <a:latin typeface="Verdana"/>
                <a:cs typeface="Verdana"/>
              </a:rPr>
              <a:t>computes</a:t>
            </a:r>
            <a:r>
              <a:rPr sz="1550" spc="-12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spc="-10" dirty="0">
                <a:solidFill>
                  <a:srgbClr val="3A3535"/>
                </a:solidFill>
                <a:latin typeface="Verdana"/>
                <a:cs typeface="Verdana"/>
              </a:rPr>
              <a:t>Euclidean </a:t>
            </a:r>
            <a:r>
              <a:rPr sz="1550" dirty="0">
                <a:solidFill>
                  <a:srgbClr val="3A3535"/>
                </a:solidFill>
                <a:latin typeface="Verdana"/>
                <a:cs typeface="Verdana"/>
              </a:rPr>
              <a:t>distance:</a:t>
            </a:r>
            <a:r>
              <a:rPr sz="1550" spc="-14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spc="-45" dirty="0">
                <a:solidFill>
                  <a:srgbClr val="3A3535"/>
                </a:solidFill>
                <a:latin typeface="Cambria Math"/>
                <a:cs typeface="Cambria Math"/>
              </a:rPr>
              <a:t>√</a:t>
            </a:r>
            <a:r>
              <a:rPr sz="1550" spc="-45" dirty="0">
                <a:solidFill>
                  <a:srgbClr val="3A3535"/>
                </a:solidFill>
                <a:latin typeface="Verdana"/>
                <a:cs typeface="Verdana"/>
              </a:rPr>
              <a:t>[(x</a:t>
            </a:r>
            <a:r>
              <a:rPr sz="1550" spc="-45" dirty="0">
                <a:solidFill>
                  <a:srgbClr val="3A3535"/>
                </a:solidFill>
                <a:latin typeface="Cambria Math"/>
                <a:cs typeface="Cambria Math"/>
              </a:rPr>
              <a:t>₂</a:t>
            </a:r>
            <a:r>
              <a:rPr sz="1550" spc="-45" dirty="0">
                <a:solidFill>
                  <a:srgbClr val="3A3535"/>
                </a:solidFill>
                <a:latin typeface="Verdana"/>
                <a:cs typeface="Verdana"/>
              </a:rPr>
              <a:t>-</a:t>
            </a:r>
            <a:r>
              <a:rPr sz="1550" spc="-120" dirty="0">
                <a:solidFill>
                  <a:srgbClr val="3A3535"/>
                </a:solidFill>
                <a:latin typeface="Verdana"/>
                <a:cs typeface="Verdana"/>
              </a:rPr>
              <a:t>x</a:t>
            </a:r>
            <a:r>
              <a:rPr sz="1550" spc="-120" dirty="0">
                <a:solidFill>
                  <a:srgbClr val="3A3535"/>
                </a:solidFill>
                <a:latin typeface="Cambria Math"/>
                <a:cs typeface="Cambria Math"/>
              </a:rPr>
              <a:t>₁</a:t>
            </a:r>
            <a:r>
              <a:rPr sz="1550" spc="-120" dirty="0">
                <a:solidFill>
                  <a:srgbClr val="3A3535"/>
                </a:solidFill>
                <a:latin typeface="Verdana"/>
                <a:cs typeface="Verdana"/>
              </a:rPr>
              <a:t>)²</a:t>
            </a:r>
            <a:r>
              <a:rPr sz="1550" spc="-7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spc="-345" dirty="0">
                <a:solidFill>
                  <a:srgbClr val="3A3535"/>
                </a:solidFill>
                <a:latin typeface="Verdana"/>
                <a:cs typeface="Verdana"/>
              </a:rPr>
              <a:t>+</a:t>
            </a:r>
            <a:r>
              <a:rPr sz="1550" spc="-13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spc="-40" dirty="0">
                <a:solidFill>
                  <a:srgbClr val="3A3535"/>
                </a:solidFill>
                <a:latin typeface="Verdana"/>
                <a:cs typeface="Verdana"/>
              </a:rPr>
              <a:t>(y</a:t>
            </a:r>
            <a:r>
              <a:rPr sz="1550" spc="-40" dirty="0">
                <a:solidFill>
                  <a:srgbClr val="3A3535"/>
                </a:solidFill>
                <a:latin typeface="Cambria Math"/>
                <a:cs typeface="Cambria Math"/>
              </a:rPr>
              <a:t>₂</a:t>
            </a:r>
            <a:r>
              <a:rPr sz="1550" spc="-40" dirty="0">
                <a:solidFill>
                  <a:srgbClr val="3A3535"/>
                </a:solidFill>
                <a:latin typeface="Verdana"/>
                <a:cs typeface="Verdana"/>
              </a:rPr>
              <a:t>-</a:t>
            </a:r>
            <a:r>
              <a:rPr sz="1550" spc="-20" dirty="0">
                <a:solidFill>
                  <a:srgbClr val="3A3535"/>
                </a:solidFill>
                <a:latin typeface="Verdana"/>
                <a:cs typeface="Verdana"/>
              </a:rPr>
              <a:t>y</a:t>
            </a:r>
            <a:r>
              <a:rPr sz="1550" spc="-20" dirty="0">
                <a:solidFill>
                  <a:srgbClr val="3A3535"/>
                </a:solidFill>
                <a:latin typeface="Cambria Math"/>
                <a:cs typeface="Cambria Math"/>
              </a:rPr>
              <a:t>₁</a:t>
            </a:r>
            <a:r>
              <a:rPr sz="1550" spc="-20" dirty="0">
                <a:solidFill>
                  <a:srgbClr val="3A3535"/>
                </a:solidFill>
                <a:latin typeface="Verdana"/>
                <a:cs typeface="Verdana"/>
              </a:rPr>
              <a:t>)²] </a:t>
            </a:r>
            <a:r>
              <a:rPr sz="1550" dirty="0">
                <a:solidFill>
                  <a:srgbClr val="3A3535"/>
                </a:solidFill>
                <a:latin typeface="Verdana"/>
                <a:cs typeface="Verdana"/>
              </a:rPr>
              <a:t>between</a:t>
            </a:r>
            <a:r>
              <a:rPr sz="1550" spc="-2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dirty="0">
                <a:solidFill>
                  <a:srgbClr val="3A3535"/>
                </a:solidFill>
                <a:latin typeface="Verdana"/>
                <a:cs typeface="Verdana"/>
              </a:rPr>
              <a:t>thumb</a:t>
            </a:r>
            <a:r>
              <a:rPr sz="1550" spc="-3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dirty="0">
                <a:solidFill>
                  <a:srgbClr val="3A3535"/>
                </a:solidFill>
                <a:latin typeface="Verdana"/>
                <a:cs typeface="Verdana"/>
              </a:rPr>
              <a:t>and</a:t>
            </a:r>
            <a:r>
              <a:rPr sz="1550" spc="-3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dirty="0">
                <a:solidFill>
                  <a:srgbClr val="3A3535"/>
                </a:solidFill>
                <a:latin typeface="Verdana"/>
                <a:cs typeface="Verdana"/>
              </a:rPr>
              <a:t>index</a:t>
            </a:r>
            <a:r>
              <a:rPr sz="1550" spc="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spc="-10" dirty="0">
                <a:solidFill>
                  <a:srgbClr val="3A3535"/>
                </a:solidFill>
                <a:latin typeface="Verdana"/>
                <a:cs typeface="Verdana"/>
              </a:rPr>
              <a:t>finger </a:t>
            </a:r>
            <a:r>
              <a:rPr sz="1550" spc="-20" dirty="0">
                <a:solidFill>
                  <a:srgbClr val="3A3535"/>
                </a:solidFill>
                <a:latin typeface="Verdana"/>
                <a:cs typeface="Verdana"/>
              </a:rPr>
              <a:t>tips</a:t>
            </a:r>
            <a:endParaRPr sz="155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953511" y="4963667"/>
            <a:ext cx="4272280" cy="2399030"/>
            <a:chOff x="2953511" y="4963667"/>
            <a:chExt cx="4272280" cy="2399030"/>
          </a:xfrm>
        </p:grpSpPr>
        <p:sp>
          <p:nvSpPr>
            <p:cNvPr id="22" name="object 22"/>
            <p:cNvSpPr/>
            <p:nvPr/>
          </p:nvSpPr>
          <p:spPr>
            <a:xfrm>
              <a:off x="2985515" y="4978907"/>
              <a:ext cx="4224655" cy="2368550"/>
            </a:xfrm>
            <a:custGeom>
              <a:avLst/>
              <a:gdLst/>
              <a:ahLst/>
              <a:cxnLst/>
              <a:rect l="l" t="t" r="r" b="b"/>
              <a:pathLst>
                <a:path w="4224655" h="2368550">
                  <a:moveTo>
                    <a:pt x="4078097" y="0"/>
                  </a:moveTo>
                  <a:lnTo>
                    <a:pt x="146431" y="0"/>
                  </a:lnTo>
                  <a:lnTo>
                    <a:pt x="100136" y="7462"/>
                  </a:lnTo>
                  <a:lnTo>
                    <a:pt x="59938" y="28244"/>
                  </a:lnTo>
                  <a:lnTo>
                    <a:pt x="28244" y="59938"/>
                  </a:lnTo>
                  <a:lnTo>
                    <a:pt x="7462" y="100136"/>
                  </a:lnTo>
                  <a:lnTo>
                    <a:pt x="0" y="146431"/>
                  </a:lnTo>
                  <a:lnTo>
                    <a:pt x="0" y="2221915"/>
                  </a:lnTo>
                  <a:lnTo>
                    <a:pt x="7462" y="2268180"/>
                  </a:lnTo>
                  <a:lnTo>
                    <a:pt x="28244" y="2308362"/>
                  </a:lnTo>
                  <a:lnTo>
                    <a:pt x="59938" y="2340050"/>
                  </a:lnTo>
                  <a:lnTo>
                    <a:pt x="100136" y="2360832"/>
                  </a:lnTo>
                  <a:lnTo>
                    <a:pt x="146431" y="2368296"/>
                  </a:lnTo>
                  <a:lnTo>
                    <a:pt x="4078097" y="2368296"/>
                  </a:lnTo>
                  <a:lnTo>
                    <a:pt x="4124391" y="2360832"/>
                  </a:lnTo>
                  <a:lnTo>
                    <a:pt x="4164589" y="2340050"/>
                  </a:lnTo>
                  <a:lnTo>
                    <a:pt x="4196283" y="2308362"/>
                  </a:lnTo>
                  <a:lnTo>
                    <a:pt x="4217065" y="2268180"/>
                  </a:lnTo>
                  <a:lnTo>
                    <a:pt x="4224528" y="2221915"/>
                  </a:lnTo>
                  <a:lnTo>
                    <a:pt x="4224528" y="146431"/>
                  </a:lnTo>
                  <a:lnTo>
                    <a:pt x="4217065" y="100136"/>
                  </a:lnTo>
                  <a:lnTo>
                    <a:pt x="4196283" y="59938"/>
                  </a:lnTo>
                  <a:lnTo>
                    <a:pt x="4164589" y="28244"/>
                  </a:lnTo>
                  <a:lnTo>
                    <a:pt x="4124391" y="7462"/>
                  </a:lnTo>
                  <a:lnTo>
                    <a:pt x="4078097" y="0"/>
                  </a:lnTo>
                  <a:close/>
                </a:path>
              </a:pathLst>
            </a:custGeom>
            <a:solidFill>
              <a:srgbClr val="FF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85515" y="4978907"/>
              <a:ext cx="4224655" cy="2368550"/>
            </a:xfrm>
            <a:custGeom>
              <a:avLst/>
              <a:gdLst/>
              <a:ahLst/>
              <a:cxnLst/>
              <a:rect l="l" t="t" r="r" b="b"/>
              <a:pathLst>
                <a:path w="4224655" h="2368550">
                  <a:moveTo>
                    <a:pt x="0" y="146431"/>
                  </a:moveTo>
                  <a:lnTo>
                    <a:pt x="7462" y="100136"/>
                  </a:lnTo>
                  <a:lnTo>
                    <a:pt x="28244" y="59938"/>
                  </a:lnTo>
                  <a:lnTo>
                    <a:pt x="59938" y="28244"/>
                  </a:lnTo>
                  <a:lnTo>
                    <a:pt x="100136" y="7462"/>
                  </a:lnTo>
                  <a:lnTo>
                    <a:pt x="146431" y="0"/>
                  </a:lnTo>
                  <a:lnTo>
                    <a:pt x="4078097" y="0"/>
                  </a:lnTo>
                  <a:lnTo>
                    <a:pt x="4124391" y="7462"/>
                  </a:lnTo>
                  <a:lnTo>
                    <a:pt x="4164589" y="28244"/>
                  </a:lnTo>
                  <a:lnTo>
                    <a:pt x="4196283" y="59938"/>
                  </a:lnTo>
                  <a:lnTo>
                    <a:pt x="4217065" y="100136"/>
                  </a:lnTo>
                  <a:lnTo>
                    <a:pt x="4224528" y="146431"/>
                  </a:lnTo>
                  <a:lnTo>
                    <a:pt x="4224528" y="2221915"/>
                  </a:lnTo>
                  <a:lnTo>
                    <a:pt x="4217065" y="2268180"/>
                  </a:lnTo>
                  <a:lnTo>
                    <a:pt x="4196283" y="2308362"/>
                  </a:lnTo>
                  <a:lnTo>
                    <a:pt x="4164589" y="2340050"/>
                  </a:lnTo>
                  <a:lnTo>
                    <a:pt x="4124391" y="2360832"/>
                  </a:lnTo>
                  <a:lnTo>
                    <a:pt x="4078097" y="2368296"/>
                  </a:lnTo>
                  <a:lnTo>
                    <a:pt x="146431" y="2368296"/>
                  </a:lnTo>
                  <a:lnTo>
                    <a:pt x="100136" y="2360832"/>
                  </a:lnTo>
                  <a:lnTo>
                    <a:pt x="59938" y="2340050"/>
                  </a:lnTo>
                  <a:lnTo>
                    <a:pt x="28244" y="2308362"/>
                  </a:lnTo>
                  <a:lnTo>
                    <a:pt x="7462" y="2268180"/>
                  </a:lnTo>
                  <a:lnTo>
                    <a:pt x="0" y="2221915"/>
                  </a:lnTo>
                  <a:lnTo>
                    <a:pt x="0" y="146431"/>
                  </a:lnTo>
                  <a:close/>
                </a:path>
              </a:pathLst>
            </a:custGeom>
            <a:ln w="30480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953511" y="4974335"/>
              <a:ext cx="119380" cy="2368550"/>
            </a:xfrm>
            <a:custGeom>
              <a:avLst/>
              <a:gdLst/>
              <a:ahLst/>
              <a:cxnLst/>
              <a:rect l="l" t="t" r="r" b="b"/>
              <a:pathLst>
                <a:path w="119380" h="2368550">
                  <a:moveTo>
                    <a:pt x="59436" y="0"/>
                  </a:moveTo>
                  <a:lnTo>
                    <a:pt x="36325" y="4679"/>
                  </a:lnTo>
                  <a:lnTo>
                    <a:pt x="17430" y="17430"/>
                  </a:lnTo>
                  <a:lnTo>
                    <a:pt x="4679" y="36325"/>
                  </a:lnTo>
                  <a:lnTo>
                    <a:pt x="0" y="59436"/>
                  </a:lnTo>
                  <a:lnTo>
                    <a:pt x="0" y="2308860"/>
                  </a:lnTo>
                  <a:lnTo>
                    <a:pt x="4679" y="2331996"/>
                  </a:lnTo>
                  <a:lnTo>
                    <a:pt x="17430" y="2350889"/>
                  </a:lnTo>
                  <a:lnTo>
                    <a:pt x="36325" y="2363625"/>
                  </a:lnTo>
                  <a:lnTo>
                    <a:pt x="59436" y="2368296"/>
                  </a:lnTo>
                  <a:lnTo>
                    <a:pt x="82546" y="2363625"/>
                  </a:lnTo>
                  <a:lnTo>
                    <a:pt x="101441" y="2350889"/>
                  </a:lnTo>
                  <a:lnTo>
                    <a:pt x="114192" y="2331996"/>
                  </a:lnTo>
                  <a:lnTo>
                    <a:pt x="118871" y="2308860"/>
                  </a:lnTo>
                  <a:lnTo>
                    <a:pt x="118871" y="59436"/>
                  </a:lnTo>
                  <a:lnTo>
                    <a:pt x="114192" y="36325"/>
                  </a:lnTo>
                  <a:lnTo>
                    <a:pt x="101441" y="17430"/>
                  </a:lnTo>
                  <a:lnTo>
                    <a:pt x="82546" y="4679"/>
                  </a:lnTo>
                  <a:lnTo>
                    <a:pt x="59436" y="0"/>
                  </a:lnTo>
                  <a:close/>
                </a:path>
              </a:pathLst>
            </a:custGeom>
            <a:solidFill>
              <a:srgbClr val="1A2C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003040" y="5186743"/>
            <a:ext cx="2279015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b="1" spc="-40" dirty="0">
                <a:solidFill>
                  <a:srgbClr val="3A3535"/>
                </a:solidFill>
                <a:latin typeface="Trebuchet MS"/>
                <a:cs typeface="Trebuchet MS"/>
              </a:rPr>
              <a:t>Volume</a:t>
            </a:r>
            <a:r>
              <a:rPr sz="2350" b="1" spc="-20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3A3535"/>
                </a:solidFill>
                <a:latin typeface="Trebuchet MS"/>
                <a:cs typeface="Trebuchet MS"/>
              </a:rPr>
              <a:t>Mapping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392042" y="5821336"/>
            <a:ext cx="3489960" cy="10598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algn="ctr">
              <a:lnSpc>
                <a:spcPct val="145300"/>
              </a:lnSpc>
              <a:spcBef>
                <a:spcPts val="130"/>
              </a:spcBef>
            </a:pPr>
            <a:r>
              <a:rPr sz="1550" spc="-10" dirty="0">
                <a:solidFill>
                  <a:srgbClr val="3A3535"/>
                </a:solidFill>
                <a:latin typeface="Verdana"/>
                <a:cs typeface="Verdana"/>
              </a:rPr>
              <a:t>Linear </a:t>
            </a:r>
            <a:r>
              <a:rPr sz="1550" dirty="0">
                <a:solidFill>
                  <a:srgbClr val="3A3535"/>
                </a:solidFill>
                <a:latin typeface="Verdana"/>
                <a:cs typeface="Verdana"/>
              </a:rPr>
              <a:t>interpolation</a:t>
            </a:r>
            <a:r>
              <a:rPr sz="1550" spc="-2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dirty="0">
                <a:solidFill>
                  <a:srgbClr val="3A3535"/>
                </a:solidFill>
                <a:latin typeface="Verdana"/>
                <a:cs typeface="Verdana"/>
              </a:rPr>
              <a:t>maps</a:t>
            </a:r>
            <a:r>
              <a:rPr sz="1550" spc="1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spc="-10" dirty="0">
                <a:solidFill>
                  <a:srgbClr val="3A3535"/>
                </a:solidFill>
                <a:latin typeface="Verdana"/>
                <a:cs typeface="Verdana"/>
              </a:rPr>
              <a:t>distance </a:t>
            </a:r>
            <a:r>
              <a:rPr sz="1550" dirty="0">
                <a:solidFill>
                  <a:srgbClr val="3A3535"/>
                </a:solidFill>
                <a:latin typeface="Verdana"/>
                <a:cs typeface="Verdana"/>
              </a:rPr>
              <a:t>range</a:t>
            </a:r>
            <a:r>
              <a:rPr sz="1550" spc="-14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dirty="0">
                <a:solidFill>
                  <a:srgbClr val="3A3535"/>
                </a:solidFill>
                <a:latin typeface="Verdana"/>
                <a:cs typeface="Verdana"/>
              </a:rPr>
              <a:t>(30-</a:t>
            </a:r>
            <a:r>
              <a:rPr sz="1550" spc="105" dirty="0">
                <a:solidFill>
                  <a:srgbClr val="3A3535"/>
                </a:solidFill>
                <a:latin typeface="Verdana"/>
                <a:cs typeface="Verdana"/>
              </a:rPr>
              <a:t>200</a:t>
            </a:r>
            <a:r>
              <a:rPr sz="1550" spc="-11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spc="-25" dirty="0">
                <a:solidFill>
                  <a:srgbClr val="3A3535"/>
                </a:solidFill>
                <a:latin typeface="Verdana"/>
                <a:cs typeface="Verdana"/>
              </a:rPr>
              <a:t>pixels)</a:t>
            </a:r>
            <a:r>
              <a:rPr sz="1550" spc="-114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spc="95" dirty="0">
                <a:solidFill>
                  <a:srgbClr val="3A3535"/>
                </a:solidFill>
                <a:latin typeface="Verdana"/>
                <a:cs typeface="Verdana"/>
              </a:rPr>
              <a:t>to</a:t>
            </a:r>
            <a:r>
              <a:rPr sz="1550" spc="-7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spc="-10" dirty="0">
                <a:solidFill>
                  <a:srgbClr val="3A3535"/>
                </a:solidFill>
                <a:latin typeface="Verdana"/>
                <a:cs typeface="Verdana"/>
              </a:rPr>
              <a:t>volume </a:t>
            </a:r>
            <a:r>
              <a:rPr sz="1550" spc="10" dirty="0">
                <a:solidFill>
                  <a:srgbClr val="3A3535"/>
                </a:solidFill>
                <a:latin typeface="Verdana"/>
                <a:cs typeface="Verdana"/>
              </a:rPr>
              <a:t>percentage</a:t>
            </a:r>
            <a:r>
              <a:rPr sz="1550" spc="254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spc="10" dirty="0">
                <a:solidFill>
                  <a:srgbClr val="3A3535"/>
                </a:solidFill>
                <a:latin typeface="Verdana"/>
                <a:cs typeface="Verdana"/>
              </a:rPr>
              <a:t>(0-</a:t>
            </a:r>
            <a:r>
              <a:rPr sz="1550" spc="-10" dirty="0">
                <a:solidFill>
                  <a:srgbClr val="3A3535"/>
                </a:solidFill>
                <a:latin typeface="Verdana"/>
                <a:cs typeface="Verdana"/>
              </a:rPr>
              <a:t>100%)</a:t>
            </a:r>
            <a:endParaRPr sz="1550">
              <a:latin typeface="Verdana"/>
              <a:cs typeface="Verdan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397495" y="4963667"/>
            <a:ext cx="4272280" cy="2399030"/>
            <a:chOff x="7397495" y="4963667"/>
            <a:chExt cx="4272280" cy="2399030"/>
          </a:xfrm>
        </p:grpSpPr>
        <p:sp>
          <p:nvSpPr>
            <p:cNvPr id="28" name="object 28"/>
            <p:cNvSpPr/>
            <p:nvPr/>
          </p:nvSpPr>
          <p:spPr>
            <a:xfrm>
              <a:off x="7429499" y="4978907"/>
              <a:ext cx="4224655" cy="2368550"/>
            </a:xfrm>
            <a:custGeom>
              <a:avLst/>
              <a:gdLst/>
              <a:ahLst/>
              <a:cxnLst/>
              <a:rect l="l" t="t" r="r" b="b"/>
              <a:pathLst>
                <a:path w="4224655" h="2368550">
                  <a:moveTo>
                    <a:pt x="4078097" y="0"/>
                  </a:moveTo>
                  <a:lnTo>
                    <a:pt x="146430" y="0"/>
                  </a:lnTo>
                  <a:lnTo>
                    <a:pt x="100136" y="7462"/>
                  </a:lnTo>
                  <a:lnTo>
                    <a:pt x="59938" y="28244"/>
                  </a:lnTo>
                  <a:lnTo>
                    <a:pt x="28244" y="59938"/>
                  </a:lnTo>
                  <a:lnTo>
                    <a:pt x="7462" y="100136"/>
                  </a:lnTo>
                  <a:lnTo>
                    <a:pt x="0" y="146431"/>
                  </a:lnTo>
                  <a:lnTo>
                    <a:pt x="0" y="2221915"/>
                  </a:lnTo>
                  <a:lnTo>
                    <a:pt x="7462" y="2268180"/>
                  </a:lnTo>
                  <a:lnTo>
                    <a:pt x="28244" y="2308362"/>
                  </a:lnTo>
                  <a:lnTo>
                    <a:pt x="59938" y="2340050"/>
                  </a:lnTo>
                  <a:lnTo>
                    <a:pt x="100136" y="2360832"/>
                  </a:lnTo>
                  <a:lnTo>
                    <a:pt x="146430" y="2368296"/>
                  </a:lnTo>
                  <a:lnTo>
                    <a:pt x="4078097" y="2368296"/>
                  </a:lnTo>
                  <a:lnTo>
                    <a:pt x="4124391" y="2360832"/>
                  </a:lnTo>
                  <a:lnTo>
                    <a:pt x="4164589" y="2340050"/>
                  </a:lnTo>
                  <a:lnTo>
                    <a:pt x="4196283" y="2308362"/>
                  </a:lnTo>
                  <a:lnTo>
                    <a:pt x="4217065" y="2268180"/>
                  </a:lnTo>
                  <a:lnTo>
                    <a:pt x="4224528" y="2221915"/>
                  </a:lnTo>
                  <a:lnTo>
                    <a:pt x="4224528" y="146431"/>
                  </a:lnTo>
                  <a:lnTo>
                    <a:pt x="4217065" y="100136"/>
                  </a:lnTo>
                  <a:lnTo>
                    <a:pt x="4196283" y="59938"/>
                  </a:lnTo>
                  <a:lnTo>
                    <a:pt x="4164589" y="28244"/>
                  </a:lnTo>
                  <a:lnTo>
                    <a:pt x="4124391" y="7462"/>
                  </a:lnTo>
                  <a:lnTo>
                    <a:pt x="4078097" y="0"/>
                  </a:lnTo>
                  <a:close/>
                </a:path>
              </a:pathLst>
            </a:custGeom>
            <a:solidFill>
              <a:srgbClr val="FF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29499" y="4978907"/>
              <a:ext cx="4224655" cy="2368550"/>
            </a:xfrm>
            <a:custGeom>
              <a:avLst/>
              <a:gdLst/>
              <a:ahLst/>
              <a:cxnLst/>
              <a:rect l="l" t="t" r="r" b="b"/>
              <a:pathLst>
                <a:path w="4224655" h="2368550">
                  <a:moveTo>
                    <a:pt x="0" y="146431"/>
                  </a:moveTo>
                  <a:lnTo>
                    <a:pt x="7462" y="100136"/>
                  </a:lnTo>
                  <a:lnTo>
                    <a:pt x="28244" y="59938"/>
                  </a:lnTo>
                  <a:lnTo>
                    <a:pt x="59938" y="28244"/>
                  </a:lnTo>
                  <a:lnTo>
                    <a:pt x="100136" y="7462"/>
                  </a:lnTo>
                  <a:lnTo>
                    <a:pt x="146430" y="0"/>
                  </a:lnTo>
                  <a:lnTo>
                    <a:pt x="4078097" y="0"/>
                  </a:lnTo>
                  <a:lnTo>
                    <a:pt x="4124391" y="7462"/>
                  </a:lnTo>
                  <a:lnTo>
                    <a:pt x="4164589" y="28244"/>
                  </a:lnTo>
                  <a:lnTo>
                    <a:pt x="4196283" y="59938"/>
                  </a:lnTo>
                  <a:lnTo>
                    <a:pt x="4217065" y="100136"/>
                  </a:lnTo>
                  <a:lnTo>
                    <a:pt x="4224528" y="146431"/>
                  </a:lnTo>
                  <a:lnTo>
                    <a:pt x="4224528" y="2221915"/>
                  </a:lnTo>
                  <a:lnTo>
                    <a:pt x="4217065" y="2268180"/>
                  </a:lnTo>
                  <a:lnTo>
                    <a:pt x="4196283" y="2308362"/>
                  </a:lnTo>
                  <a:lnTo>
                    <a:pt x="4164589" y="2340050"/>
                  </a:lnTo>
                  <a:lnTo>
                    <a:pt x="4124391" y="2360832"/>
                  </a:lnTo>
                  <a:lnTo>
                    <a:pt x="4078097" y="2368296"/>
                  </a:lnTo>
                  <a:lnTo>
                    <a:pt x="146430" y="2368296"/>
                  </a:lnTo>
                  <a:lnTo>
                    <a:pt x="100136" y="2360832"/>
                  </a:lnTo>
                  <a:lnTo>
                    <a:pt x="59938" y="2340050"/>
                  </a:lnTo>
                  <a:lnTo>
                    <a:pt x="28244" y="2308362"/>
                  </a:lnTo>
                  <a:lnTo>
                    <a:pt x="7462" y="2268180"/>
                  </a:lnTo>
                  <a:lnTo>
                    <a:pt x="0" y="2221915"/>
                  </a:lnTo>
                  <a:lnTo>
                    <a:pt x="0" y="146431"/>
                  </a:lnTo>
                  <a:close/>
                </a:path>
              </a:pathLst>
            </a:custGeom>
            <a:ln w="30480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397495" y="4974335"/>
              <a:ext cx="119380" cy="2368550"/>
            </a:xfrm>
            <a:custGeom>
              <a:avLst/>
              <a:gdLst/>
              <a:ahLst/>
              <a:cxnLst/>
              <a:rect l="l" t="t" r="r" b="b"/>
              <a:pathLst>
                <a:path w="119379" h="2368550">
                  <a:moveTo>
                    <a:pt x="59435" y="0"/>
                  </a:moveTo>
                  <a:lnTo>
                    <a:pt x="36325" y="4679"/>
                  </a:lnTo>
                  <a:lnTo>
                    <a:pt x="17430" y="17430"/>
                  </a:lnTo>
                  <a:lnTo>
                    <a:pt x="4679" y="36325"/>
                  </a:lnTo>
                  <a:lnTo>
                    <a:pt x="0" y="59436"/>
                  </a:lnTo>
                  <a:lnTo>
                    <a:pt x="0" y="2308860"/>
                  </a:lnTo>
                  <a:lnTo>
                    <a:pt x="4679" y="2331996"/>
                  </a:lnTo>
                  <a:lnTo>
                    <a:pt x="17430" y="2350889"/>
                  </a:lnTo>
                  <a:lnTo>
                    <a:pt x="36325" y="2363625"/>
                  </a:lnTo>
                  <a:lnTo>
                    <a:pt x="59435" y="2368296"/>
                  </a:lnTo>
                  <a:lnTo>
                    <a:pt x="82546" y="2363625"/>
                  </a:lnTo>
                  <a:lnTo>
                    <a:pt x="101441" y="2350889"/>
                  </a:lnTo>
                  <a:lnTo>
                    <a:pt x="114192" y="2331996"/>
                  </a:lnTo>
                  <a:lnTo>
                    <a:pt x="118872" y="2308860"/>
                  </a:lnTo>
                  <a:lnTo>
                    <a:pt x="118872" y="59436"/>
                  </a:lnTo>
                  <a:lnTo>
                    <a:pt x="114192" y="36325"/>
                  </a:lnTo>
                  <a:lnTo>
                    <a:pt x="101441" y="17430"/>
                  </a:lnTo>
                  <a:lnTo>
                    <a:pt x="82546" y="4679"/>
                  </a:lnTo>
                  <a:lnTo>
                    <a:pt x="59435" y="0"/>
                  </a:lnTo>
                  <a:close/>
                </a:path>
              </a:pathLst>
            </a:custGeom>
            <a:solidFill>
              <a:srgbClr val="1A2C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809483" y="5186743"/>
            <a:ext cx="3556000" cy="16090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25"/>
              </a:spcBef>
            </a:pPr>
            <a:r>
              <a:rPr sz="2350" b="1" dirty="0">
                <a:solidFill>
                  <a:srgbClr val="3A3535"/>
                </a:solidFill>
                <a:latin typeface="Trebuchet MS"/>
                <a:cs typeface="Trebuchet MS"/>
              </a:rPr>
              <a:t>System</a:t>
            </a:r>
            <a:r>
              <a:rPr sz="2350" b="1" spc="-21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3A3535"/>
                </a:solidFill>
                <a:latin typeface="Trebuchet MS"/>
                <a:cs typeface="Trebuchet MS"/>
              </a:rPr>
              <a:t>Control</a:t>
            </a:r>
            <a:endParaRPr sz="2350">
              <a:latin typeface="Trebuchet MS"/>
              <a:cs typeface="Trebuchet MS"/>
            </a:endParaRPr>
          </a:p>
          <a:p>
            <a:pPr marL="12700" marR="5080" indent="-635" algn="ctr">
              <a:lnSpc>
                <a:spcPct val="145300"/>
              </a:lnSpc>
              <a:spcBef>
                <a:spcPts val="1505"/>
              </a:spcBef>
            </a:pPr>
            <a:r>
              <a:rPr sz="1550" dirty="0">
                <a:solidFill>
                  <a:srgbClr val="3A3535"/>
                </a:solidFill>
                <a:latin typeface="Verdana"/>
                <a:cs typeface="Verdana"/>
              </a:rPr>
              <a:t>PyAutoČUI</a:t>
            </a:r>
            <a:r>
              <a:rPr sz="1550" spc="-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spc="-10" dirty="0">
                <a:solidFill>
                  <a:srgbClr val="3A3535"/>
                </a:solidFill>
                <a:latin typeface="Verdana"/>
                <a:cs typeface="Verdana"/>
              </a:rPr>
              <a:t>simulates</a:t>
            </a:r>
            <a:r>
              <a:rPr sz="1550" spc="1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spc="-10" dirty="0">
                <a:solidFill>
                  <a:srgbClr val="3A3535"/>
                </a:solidFill>
                <a:latin typeface="Verdana"/>
                <a:cs typeface="Verdana"/>
              </a:rPr>
              <a:t>volume</a:t>
            </a:r>
            <a:r>
              <a:rPr sz="1550" spc="2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spc="-25" dirty="0">
                <a:solidFill>
                  <a:srgbClr val="3A3535"/>
                </a:solidFill>
                <a:latin typeface="Verdana"/>
                <a:cs typeface="Verdana"/>
              </a:rPr>
              <a:t>key </a:t>
            </a:r>
            <a:r>
              <a:rPr sz="1550" dirty="0">
                <a:solidFill>
                  <a:srgbClr val="3A3535"/>
                </a:solidFill>
                <a:latin typeface="Verdana"/>
                <a:cs typeface="Verdana"/>
              </a:rPr>
              <a:t>presses</a:t>
            </a:r>
            <a:r>
              <a:rPr sz="1550" spc="1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dirty="0">
                <a:solidFill>
                  <a:srgbClr val="3A3535"/>
                </a:solidFill>
                <a:latin typeface="Verdana"/>
                <a:cs typeface="Verdana"/>
              </a:rPr>
              <a:t>or</a:t>
            </a:r>
            <a:r>
              <a:rPr sz="1550" spc="-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dirty="0">
                <a:solidFill>
                  <a:srgbClr val="3A3535"/>
                </a:solidFill>
                <a:latin typeface="Verdana"/>
                <a:cs typeface="Verdana"/>
              </a:rPr>
              <a:t>directly</a:t>
            </a:r>
            <a:r>
              <a:rPr sz="1550" spc="3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dirty="0">
                <a:solidFill>
                  <a:srgbClr val="3A3535"/>
                </a:solidFill>
                <a:latin typeface="Verdana"/>
                <a:cs typeface="Verdana"/>
              </a:rPr>
              <a:t>interfaces</a:t>
            </a:r>
            <a:r>
              <a:rPr sz="1550" spc="1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spc="-20" dirty="0">
                <a:solidFill>
                  <a:srgbClr val="3A3535"/>
                </a:solidFill>
                <a:latin typeface="Verdana"/>
                <a:cs typeface="Verdana"/>
              </a:rPr>
              <a:t>with </a:t>
            </a:r>
            <a:r>
              <a:rPr sz="1550" spc="95" dirty="0">
                <a:solidFill>
                  <a:srgbClr val="3A3535"/>
                </a:solidFill>
                <a:latin typeface="Verdana"/>
                <a:cs typeface="Verdana"/>
              </a:rPr>
              <a:t>OS</a:t>
            </a:r>
            <a:r>
              <a:rPr sz="1550" spc="-4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dirty="0">
                <a:solidFill>
                  <a:srgbClr val="3A3535"/>
                </a:solidFill>
                <a:latin typeface="Verdana"/>
                <a:cs typeface="Verdana"/>
              </a:rPr>
              <a:t>audio</a:t>
            </a:r>
            <a:r>
              <a:rPr sz="1550" spc="-17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spc="-20" dirty="0">
                <a:solidFill>
                  <a:srgbClr val="3A3535"/>
                </a:solidFill>
                <a:latin typeface="Verdana"/>
                <a:cs typeface="Verdana"/>
              </a:rPr>
              <a:t>API</a:t>
            </a:r>
            <a:r>
              <a:rPr sz="1550" spc="-11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spc="95" dirty="0">
                <a:solidFill>
                  <a:srgbClr val="3A3535"/>
                </a:solidFill>
                <a:latin typeface="Verdana"/>
                <a:cs typeface="Verdana"/>
              </a:rPr>
              <a:t>to</a:t>
            </a:r>
            <a:r>
              <a:rPr sz="1550" spc="-18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dirty="0">
                <a:solidFill>
                  <a:srgbClr val="3A3535"/>
                </a:solidFill>
                <a:latin typeface="Verdana"/>
                <a:cs typeface="Verdana"/>
              </a:rPr>
              <a:t>adjust</a:t>
            </a:r>
            <a:r>
              <a:rPr sz="1550" spc="-7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spc="-10" dirty="0">
                <a:solidFill>
                  <a:srgbClr val="3A3535"/>
                </a:solidFill>
                <a:latin typeface="Verdana"/>
                <a:cs typeface="Verdana"/>
              </a:rPr>
              <a:t>volume</a:t>
            </a:r>
            <a:r>
              <a:rPr sz="1550" spc="-8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550" spc="-10" dirty="0">
                <a:solidFill>
                  <a:srgbClr val="3A3535"/>
                </a:solidFill>
                <a:latin typeface="Verdana"/>
                <a:cs typeface="Verdana"/>
              </a:rPr>
              <a:t>level</a:t>
            </a:r>
            <a:endParaRPr sz="15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8645" y="168592"/>
            <a:ext cx="31254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System</a:t>
            </a:r>
            <a:r>
              <a:rPr sz="3600" spc="-175" dirty="0"/>
              <a:t> </a:t>
            </a:r>
            <a:r>
              <a:rPr sz="3600" spc="-25" dirty="0"/>
              <a:t>Output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1517903" y="768095"/>
            <a:ext cx="13112750" cy="7461884"/>
            <a:chOff x="1517903" y="768095"/>
            <a:chExt cx="13112750" cy="7461884"/>
          </a:xfrm>
        </p:grpSpPr>
        <p:sp>
          <p:nvSpPr>
            <p:cNvPr id="4" name="object 4"/>
            <p:cNvSpPr/>
            <p:nvPr/>
          </p:nvSpPr>
          <p:spPr>
            <a:xfrm>
              <a:off x="12829032" y="7754112"/>
              <a:ext cx="1801495" cy="475615"/>
            </a:xfrm>
            <a:custGeom>
              <a:avLst/>
              <a:gdLst/>
              <a:ahLst/>
              <a:cxnLst/>
              <a:rect l="l" t="t" r="r" b="b"/>
              <a:pathLst>
                <a:path w="1801494" h="475615">
                  <a:moveTo>
                    <a:pt x="1801368" y="0"/>
                  </a:moveTo>
                  <a:lnTo>
                    <a:pt x="0" y="0"/>
                  </a:lnTo>
                  <a:lnTo>
                    <a:pt x="0" y="475488"/>
                  </a:lnTo>
                  <a:lnTo>
                    <a:pt x="1801368" y="475488"/>
                  </a:lnTo>
                  <a:lnTo>
                    <a:pt x="1801368" y="0"/>
                  </a:lnTo>
                  <a:close/>
                </a:path>
              </a:pathLst>
            </a:custGeom>
            <a:solidFill>
              <a:srgbClr val="FF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7903" y="768095"/>
              <a:ext cx="11594592" cy="72420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829031" y="7754111"/>
            <a:ext cx="1801495" cy="475615"/>
          </a:xfrm>
          <a:custGeom>
            <a:avLst/>
            <a:gdLst/>
            <a:ahLst/>
            <a:cxnLst/>
            <a:rect l="l" t="t" r="r" b="b"/>
            <a:pathLst>
              <a:path w="1801494" h="475615">
                <a:moveTo>
                  <a:pt x="1801368" y="0"/>
                </a:moveTo>
                <a:lnTo>
                  <a:pt x="0" y="0"/>
                </a:lnTo>
                <a:lnTo>
                  <a:pt x="0" y="475488"/>
                </a:lnTo>
                <a:lnTo>
                  <a:pt x="1801368" y="47548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6251" y="950594"/>
            <a:ext cx="9265920" cy="7067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450" spc="-70" dirty="0"/>
              <a:t>Real-</a:t>
            </a:r>
            <a:r>
              <a:rPr sz="4450" spc="-150" dirty="0"/>
              <a:t>Time</a:t>
            </a:r>
            <a:r>
              <a:rPr sz="4450" spc="-409" dirty="0"/>
              <a:t> </a:t>
            </a:r>
            <a:r>
              <a:rPr sz="4450" spc="-50" dirty="0"/>
              <a:t>Application</a:t>
            </a:r>
            <a:r>
              <a:rPr sz="4450" spc="-345" dirty="0"/>
              <a:t> </a:t>
            </a:r>
            <a:r>
              <a:rPr sz="4450" spc="1105" dirty="0"/>
              <a:t>s</a:t>
            </a:r>
            <a:r>
              <a:rPr sz="4450" spc="-430" dirty="0"/>
              <a:t> </a:t>
            </a:r>
            <a:r>
              <a:rPr sz="4450" spc="-10" dirty="0"/>
              <a:t>Advantages</a:t>
            </a:r>
            <a:endParaRPr sz="4450"/>
          </a:p>
        </p:txBody>
      </p:sp>
      <p:sp>
        <p:nvSpPr>
          <p:cNvPr id="4" name="object 4"/>
          <p:cNvSpPr txBox="1"/>
          <p:nvPr/>
        </p:nvSpPr>
        <p:spPr>
          <a:xfrm>
            <a:off x="715670" y="1862544"/>
            <a:ext cx="12754610" cy="721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4100"/>
              </a:lnSpc>
              <a:spcBef>
                <a:spcPts val="95"/>
              </a:spcBef>
            </a:pPr>
            <a:r>
              <a:rPr sz="2000" dirty="0">
                <a:solidFill>
                  <a:srgbClr val="3A3535"/>
                </a:solidFill>
                <a:latin typeface="Verdana"/>
                <a:cs typeface="Verdana"/>
              </a:rPr>
              <a:t>Our</a:t>
            </a:r>
            <a:r>
              <a:rPr sz="2000" spc="-15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3A3535"/>
                </a:solidFill>
                <a:latin typeface="Verdana"/>
                <a:cs typeface="Verdana"/>
              </a:rPr>
              <a:t>ČestureVolume</a:t>
            </a:r>
            <a:r>
              <a:rPr sz="2000" spc="-15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3A3535"/>
                </a:solidFill>
                <a:latin typeface="Verdana"/>
                <a:cs typeface="Verdana"/>
              </a:rPr>
              <a:t>system</a:t>
            </a:r>
            <a:r>
              <a:rPr sz="2000" spc="-21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3A3535"/>
                </a:solidFill>
                <a:latin typeface="Verdana"/>
                <a:cs typeface="Verdana"/>
              </a:rPr>
              <a:t>delivers</a:t>
            </a:r>
            <a:r>
              <a:rPr sz="2000" spc="-19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3A3535"/>
                </a:solidFill>
                <a:latin typeface="Verdana"/>
                <a:cs typeface="Verdana"/>
              </a:rPr>
              <a:t>immediate,</a:t>
            </a:r>
            <a:r>
              <a:rPr sz="2000" spc="-16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3A3535"/>
                </a:solidFill>
                <a:latin typeface="Verdana"/>
                <a:cs typeface="Verdana"/>
              </a:rPr>
              <a:t>intuitive</a:t>
            </a:r>
            <a:r>
              <a:rPr sz="2000" spc="-22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3A3535"/>
                </a:solidFill>
                <a:latin typeface="Verdana"/>
                <a:cs typeface="Verdana"/>
              </a:rPr>
              <a:t>control,</a:t>
            </a:r>
            <a:r>
              <a:rPr sz="2000" spc="-16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3A3535"/>
                </a:solidFill>
                <a:latin typeface="Verdana"/>
                <a:cs typeface="Verdana"/>
              </a:rPr>
              <a:t>transforming</a:t>
            </a:r>
            <a:r>
              <a:rPr sz="2000" spc="-204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3A3535"/>
                </a:solidFill>
                <a:latin typeface="Verdana"/>
                <a:cs typeface="Verdana"/>
              </a:rPr>
              <a:t>how</a:t>
            </a:r>
            <a:r>
              <a:rPr sz="2000" spc="-16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3A3535"/>
                </a:solidFill>
                <a:latin typeface="Verdana"/>
                <a:cs typeface="Verdana"/>
              </a:rPr>
              <a:t>users</a:t>
            </a:r>
            <a:r>
              <a:rPr sz="2000" spc="-114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3A3535"/>
                </a:solidFill>
                <a:latin typeface="Verdana"/>
                <a:cs typeface="Verdana"/>
              </a:rPr>
              <a:t>interact</a:t>
            </a:r>
            <a:r>
              <a:rPr sz="2000" spc="-204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3A3535"/>
                </a:solidFill>
                <a:latin typeface="Verdana"/>
                <a:cs typeface="Verdana"/>
              </a:rPr>
              <a:t>with their</a:t>
            </a:r>
            <a:r>
              <a:rPr sz="2000" spc="-13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3A3535"/>
                </a:solidFill>
                <a:latin typeface="Verdana"/>
                <a:cs typeface="Verdana"/>
              </a:rPr>
              <a:t>devices</a:t>
            </a:r>
            <a:r>
              <a:rPr sz="2000" spc="-17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3A3535"/>
                </a:solidFill>
                <a:latin typeface="Verdana"/>
                <a:cs typeface="Verdana"/>
              </a:rPr>
              <a:t>in</a:t>
            </a:r>
            <a:r>
              <a:rPr sz="2000" spc="-18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3A3535"/>
                </a:solidFill>
                <a:latin typeface="Verdana"/>
                <a:cs typeface="Verdana"/>
              </a:rPr>
              <a:t>various</a:t>
            </a:r>
            <a:r>
              <a:rPr sz="2000" spc="-17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3A3535"/>
                </a:solidFill>
                <a:latin typeface="Verdana"/>
                <a:cs typeface="Verdana"/>
              </a:rPr>
              <a:t>settings,</a:t>
            </a:r>
            <a:r>
              <a:rPr sz="2000" spc="-13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3A3535"/>
                </a:solidFill>
                <a:latin typeface="Verdana"/>
                <a:cs typeface="Verdana"/>
              </a:rPr>
              <a:t>from</a:t>
            </a:r>
            <a:r>
              <a:rPr sz="2000" spc="-11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3A3535"/>
                </a:solidFill>
                <a:latin typeface="Verdana"/>
                <a:cs typeface="Verdana"/>
              </a:rPr>
              <a:t>home</a:t>
            </a:r>
            <a:r>
              <a:rPr sz="2000" spc="-204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3A3535"/>
                </a:solidFill>
                <a:latin typeface="Verdana"/>
                <a:cs typeface="Verdana"/>
              </a:rPr>
              <a:t>entertainment</a:t>
            </a:r>
            <a:r>
              <a:rPr sz="2000" spc="-18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3A3535"/>
                </a:solidFill>
                <a:latin typeface="Verdana"/>
                <a:cs typeface="Verdana"/>
              </a:rPr>
              <a:t>to</a:t>
            </a:r>
            <a:r>
              <a:rPr sz="2000" spc="-16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3A3535"/>
                </a:solidFill>
                <a:latin typeface="Verdana"/>
                <a:cs typeface="Verdana"/>
              </a:rPr>
              <a:t>professional</a:t>
            </a:r>
            <a:r>
              <a:rPr sz="2000" spc="-21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3A3535"/>
                </a:solidFill>
                <a:latin typeface="Verdana"/>
                <a:cs typeface="Verdana"/>
              </a:rPr>
              <a:t>presentations.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31519" y="2961132"/>
            <a:ext cx="6494145" cy="2051685"/>
            <a:chOff x="731519" y="2961132"/>
            <a:chExt cx="6494145" cy="2051685"/>
          </a:xfrm>
        </p:grpSpPr>
        <p:sp>
          <p:nvSpPr>
            <p:cNvPr id="6" name="object 6"/>
            <p:cNvSpPr/>
            <p:nvPr/>
          </p:nvSpPr>
          <p:spPr>
            <a:xfrm>
              <a:off x="763523" y="2976372"/>
              <a:ext cx="6446520" cy="2021205"/>
            </a:xfrm>
            <a:custGeom>
              <a:avLst/>
              <a:gdLst/>
              <a:ahLst/>
              <a:cxnLst/>
              <a:rect l="l" t="t" r="r" b="b"/>
              <a:pathLst>
                <a:path w="6446520" h="2021204">
                  <a:moveTo>
                    <a:pt x="6300216" y="0"/>
                  </a:moveTo>
                  <a:lnTo>
                    <a:pt x="146329" y="0"/>
                  </a:lnTo>
                  <a:lnTo>
                    <a:pt x="100080" y="7461"/>
                  </a:lnTo>
                  <a:lnTo>
                    <a:pt x="59911" y="28236"/>
                  </a:lnTo>
                  <a:lnTo>
                    <a:pt x="28234" y="59911"/>
                  </a:lnTo>
                  <a:lnTo>
                    <a:pt x="7460" y="100071"/>
                  </a:lnTo>
                  <a:lnTo>
                    <a:pt x="0" y="146303"/>
                  </a:lnTo>
                  <a:lnTo>
                    <a:pt x="0" y="1874519"/>
                  </a:lnTo>
                  <a:lnTo>
                    <a:pt x="7460" y="1920752"/>
                  </a:lnTo>
                  <a:lnTo>
                    <a:pt x="28234" y="1960912"/>
                  </a:lnTo>
                  <a:lnTo>
                    <a:pt x="59911" y="1992587"/>
                  </a:lnTo>
                  <a:lnTo>
                    <a:pt x="100080" y="2013362"/>
                  </a:lnTo>
                  <a:lnTo>
                    <a:pt x="146329" y="2020823"/>
                  </a:lnTo>
                  <a:lnTo>
                    <a:pt x="6300216" y="2020823"/>
                  </a:lnTo>
                  <a:lnTo>
                    <a:pt x="6346448" y="2013362"/>
                  </a:lnTo>
                  <a:lnTo>
                    <a:pt x="6386608" y="1992587"/>
                  </a:lnTo>
                  <a:lnTo>
                    <a:pt x="6418283" y="1960912"/>
                  </a:lnTo>
                  <a:lnTo>
                    <a:pt x="6439058" y="1920752"/>
                  </a:lnTo>
                  <a:lnTo>
                    <a:pt x="6446520" y="1874519"/>
                  </a:lnTo>
                  <a:lnTo>
                    <a:pt x="6446520" y="146303"/>
                  </a:lnTo>
                  <a:lnTo>
                    <a:pt x="6439058" y="100071"/>
                  </a:lnTo>
                  <a:lnTo>
                    <a:pt x="6418283" y="59911"/>
                  </a:lnTo>
                  <a:lnTo>
                    <a:pt x="6386608" y="28236"/>
                  </a:lnTo>
                  <a:lnTo>
                    <a:pt x="6346448" y="7461"/>
                  </a:lnTo>
                  <a:lnTo>
                    <a:pt x="6300216" y="0"/>
                  </a:lnTo>
                  <a:close/>
                </a:path>
              </a:pathLst>
            </a:custGeom>
            <a:solidFill>
              <a:srgbClr val="FF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3523" y="2976372"/>
              <a:ext cx="6446520" cy="2021205"/>
            </a:xfrm>
            <a:custGeom>
              <a:avLst/>
              <a:gdLst/>
              <a:ahLst/>
              <a:cxnLst/>
              <a:rect l="l" t="t" r="r" b="b"/>
              <a:pathLst>
                <a:path w="6446520" h="2021204">
                  <a:moveTo>
                    <a:pt x="0" y="146303"/>
                  </a:moveTo>
                  <a:lnTo>
                    <a:pt x="7460" y="100071"/>
                  </a:lnTo>
                  <a:lnTo>
                    <a:pt x="28234" y="59911"/>
                  </a:lnTo>
                  <a:lnTo>
                    <a:pt x="59911" y="28236"/>
                  </a:lnTo>
                  <a:lnTo>
                    <a:pt x="100080" y="7461"/>
                  </a:lnTo>
                  <a:lnTo>
                    <a:pt x="146329" y="0"/>
                  </a:lnTo>
                  <a:lnTo>
                    <a:pt x="6300216" y="0"/>
                  </a:lnTo>
                  <a:lnTo>
                    <a:pt x="6346448" y="7461"/>
                  </a:lnTo>
                  <a:lnTo>
                    <a:pt x="6386608" y="28236"/>
                  </a:lnTo>
                  <a:lnTo>
                    <a:pt x="6418283" y="59911"/>
                  </a:lnTo>
                  <a:lnTo>
                    <a:pt x="6439058" y="100071"/>
                  </a:lnTo>
                  <a:lnTo>
                    <a:pt x="6446520" y="146303"/>
                  </a:lnTo>
                  <a:lnTo>
                    <a:pt x="6446520" y="1874519"/>
                  </a:lnTo>
                  <a:lnTo>
                    <a:pt x="6439058" y="1920752"/>
                  </a:lnTo>
                  <a:lnTo>
                    <a:pt x="6418283" y="1960912"/>
                  </a:lnTo>
                  <a:lnTo>
                    <a:pt x="6386608" y="1992587"/>
                  </a:lnTo>
                  <a:lnTo>
                    <a:pt x="6346448" y="2013362"/>
                  </a:lnTo>
                  <a:lnTo>
                    <a:pt x="6300216" y="2020823"/>
                  </a:lnTo>
                  <a:lnTo>
                    <a:pt x="146329" y="2020823"/>
                  </a:lnTo>
                  <a:lnTo>
                    <a:pt x="100080" y="2013362"/>
                  </a:lnTo>
                  <a:lnTo>
                    <a:pt x="59911" y="1992587"/>
                  </a:lnTo>
                  <a:lnTo>
                    <a:pt x="28234" y="1960912"/>
                  </a:lnTo>
                  <a:lnTo>
                    <a:pt x="7460" y="1920752"/>
                  </a:lnTo>
                  <a:lnTo>
                    <a:pt x="0" y="1874519"/>
                  </a:lnTo>
                  <a:lnTo>
                    <a:pt x="0" y="146303"/>
                  </a:lnTo>
                  <a:close/>
                </a:path>
              </a:pathLst>
            </a:custGeom>
            <a:ln w="30479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1519" y="2971800"/>
              <a:ext cx="119380" cy="2021205"/>
            </a:xfrm>
            <a:custGeom>
              <a:avLst/>
              <a:gdLst/>
              <a:ahLst/>
              <a:cxnLst/>
              <a:rect l="l" t="t" r="r" b="b"/>
              <a:pathLst>
                <a:path w="119380" h="2021204">
                  <a:moveTo>
                    <a:pt x="59436" y="0"/>
                  </a:moveTo>
                  <a:lnTo>
                    <a:pt x="36299" y="4679"/>
                  </a:lnTo>
                  <a:lnTo>
                    <a:pt x="17406" y="17430"/>
                  </a:lnTo>
                  <a:lnTo>
                    <a:pt x="4670" y="36325"/>
                  </a:lnTo>
                  <a:lnTo>
                    <a:pt x="0" y="59436"/>
                  </a:lnTo>
                  <a:lnTo>
                    <a:pt x="0" y="1961388"/>
                  </a:lnTo>
                  <a:lnTo>
                    <a:pt x="4670" y="1984498"/>
                  </a:lnTo>
                  <a:lnTo>
                    <a:pt x="17406" y="2003393"/>
                  </a:lnTo>
                  <a:lnTo>
                    <a:pt x="36299" y="2016144"/>
                  </a:lnTo>
                  <a:lnTo>
                    <a:pt x="59436" y="2020824"/>
                  </a:lnTo>
                  <a:lnTo>
                    <a:pt x="82572" y="2016144"/>
                  </a:lnTo>
                  <a:lnTo>
                    <a:pt x="101465" y="2003393"/>
                  </a:lnTo>
                  <a:lnTo>
                    <a:pt x="114201" y="1984498"/>
                  </a:lnTo>
                  <a:lnTo>
                    <a:pt x="118871" y="1961388"/>
                  </a:lnTo>
                  <a:lnTo>
                    <a:pt x="118871" y="59436"/>
                  </a:lnTo>
                  <a:lnTo>
                    <a:pt x="114201" y="36325"/>
                  </a:lnTo>
                  <a:lnTo>
                    <a:pt x="101465" y="17430"/>
                  </a:lnTo>
                  <a:lnTo>
                    <a:pt x="82572" y="4679"/>
                  </a:lnTo>
                  <a:lnTo>
                    <a:pt x="59436" y="0"/>
                  </a:lnTo>
                  <a:close/>
                </a:path>
              </a:pathLst>
            </a:custGeom>
            <a:solidFill>
              <a:srgbClr val="1A2C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84897" y="3193097"/>
            <a:ext cx="5616575" cy="1519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-50" dirty="0">
                <a:solidFill>
                  <a:srgbClr val="3A3535"/>
                </a:solidFill>
                <a:latin typeface="Trebuchet MS"/>
                <a:cs typeface="Trebuchet MS"/>
              </a:rPr>
              <a:t>Touchless</a:t>
            </a:r>
            <a:r>
              <a:rPr sz="2200" b="1" spc="-17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200" b="1" dirty="0">
                <a:solidFill>
                  <a:srgbClr val="3A3535"/>
                </a:solidFill>
                <a:latin typeface="Trebuchet MS"/>
                <a:cs typeface="Trebuchet MS"/>
              </a:rPr>
              <a:t>G</a:t>
            </a:r>
            <a:r>
              <a:rPr sz="2200" b="1" spc="-24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3A3535"/>
                </a:solidFill>
                <a:latin typeface="Trebuchet MS"/>
                <a:cs typeface="Trebuchet MS"/>
              </a:rPr>
              <a:t>Hygienic</a:t>
            </a:r>
            <a:endParaRPr sz="2200">
              <a:latin typeface="Trebuchet MS"/>
              <a:cs typeface="Trebuchet MS"/>
            </a:endParaRPr>
          </a:p>
          <a:p>
            <a:pPr marL="12700" marR="5080">
              <a:lnSpc>
                <a:spcPct val="125200"/>
              </a:lnSpc>
              <a:spcBef>
                <a:spcPts val="975"/>
              </a:spcBef>
            </a:pP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Control</a:t>
            </a:r>
            <a:r>
              <a:rPr sz="1800" spc="-16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3A3535"/>
                </a:solidFill>
                <a:latin typeface="Verdana"/>
                <a:cs typeface="Verdana"/>
              </a:rPr>
              <a:t>volume</a:t>
            </a:r>
            <a:r>
              <a:rPr sz="1800" spc="-14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without</a:t>
            </a:r>
            <a:r>
              <a:rPr sz="1800" spc="-16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A3535"/>
                </a:solidFill>
                <a:latin typeface="Verdana"/>
                <a:cs typeface="Verdana"/>
              </a:rPr>
              <a:t>physical</a:t>
            </a:r>
            <a:r>
              <a:rPr sz="1800" spc="-7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contact,</a:t>
            </a:r>
            <a:r>
              <a:rPr sz="1800" spc="-15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ideal</a:t>
            </a:r>
            <a:r>
              <a:rPr sz="1800" spc="-7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A3535"/>
                </a:solidFill>
                <a:latin typeface="Verdana"/>
                <a:cs typeface="Verdana"/>
              </a:rPr>
              <a:t>for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public</a:t>
            </a:r>
            <a:r>
              <a:rPr sz="1800" spc="-13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or</a:t>
            </a:r>
            <a:r>
              <a:rPr sz="1800" spc="-10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A3535"/>
                </a:solidFill>
                <a:latin typeface="Verdana"/>
                <a:cs typeface="Verdana"/>
              </a:rPr>
              <a:t>sterile</a:t>
            </a:r>
            <a:r>
              <a:rPr sz="1800" spc="-4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3A3535"/>
                </a:solidFill>
                <a:latin typeface="Verdana"/>
                <a:cs typeface="Verdana"/>
              </a:rPr>
              <a:t>environments,</a:t>
            </a:r>
            <a:r>
              <a:rPr sz="1800" spc="-14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reducing</a:t>
            </a:r>
            <a:r>
              <a:rPr sz="1800" spc="-9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A3535"/>
                </a:solidFill>
                <a:latin typeface="Verdana"/>
                <a:cs typeface="Verdana"/>
              </a:rPr>
              <a:t>germ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transmission.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397495" y="2961132"/>
            <a:ext cx="6494145" cy="2051685"/>
            <a:chOff x="7397495" y="2961132"/>
            <a:chExt cx="6494145" cy="2051685"/>
          </a:xfrm>
        </p:grpSpPr>
        <p:sp>
          <p:nvSpPr>
            <p:cNvPr id="11" name="object 11"/>
            <p:cNvSpPr/>
            <p:nvPr/>
          </p:nvSpPr>
          <p:spPr>
            <a:xfrm>
              <a:off x="7429499" y="2976372"/>
              <a:ext cx="6446520" cy="2021205"/>
            </a:xfrm>
            <a:custGeom>
              <a:avLst/>
              <a:gdLst/>
              <a:ahLst/>
              <a:cxnLst/>
              <a:rect l="l" t="t" r="r" b="b"/>
              <a:pathLst>
                <a:path w="6446519" h="2021204">
                  <a:moveTo>
                    <a:pt x="6300215" y="0"/>
                  </a:moveTo>
                  <a:lnTo>
                    <a:pt x="146303" y="0"/>
                  </a:lnTo>
                  <a:lnTo>
                    <a:pt x="100071" y="7461"/>
                  </a:lnTo>
                  <a:lnTo>
                    <a:pt x="59911" y="28236"/>
                  </a:lnTo>
                  <a:lnTo>
                    <a:pt x="28236" y="59911"/>
                  </a:lnTo>
                  <a:lnTo>
                    <a:pt x="7461" y="100071"/>
                  </a:lnTo>
                  <a:lnTo>
                    <a:pt x="0" y="146303"/>
                  </a:lnTo>
                  <a:lnTo>
                    <a:pt x="0" y="1874519"/>
                  </a:lnTo>
                  <a:lnTo>
                    <a:pt x="7461" y="1920752"/>
                  </a:lnTo>
                  <a:lnTo>
                    <a:pt x="28236" y="1960912"/>
                  </a:lnTo>
                  <a:lnTo>
                    <a:pt x="59911" y="1992587"/>
                  </a:lnTo>
                  <a:lnTo>
                    <a:pt x="100071" y="2013362"/>
                  </a:lnTo>
                  <a:lnTo>
                    <a:pt x="146303" y="2020823"/>
                  </a:lnTo>
                  <a:lnTo>
                    <a:pt x="6300215" y="2020823"/>
                  </a:lnTo>
                  <a:lnTo>
                    <a:pt x="6346448" y="2013362"/>
                  </a:lnTo>
                  <a:lnTo>
                    <a:pt x="6386608" y="1992587"/>
                  </a:lnTo>
                  <a:lnTo>
                    <a:pt x="6418283" y="1960912"/>
                  </a:lnTo>
                  <a:lnTo>
                    <a:pt x="6439058" y="1920752"/>
                  </a:lnTo>
                  <a:lnTo>
                    <a:pt x="6446519" y="1874519"/>
                  </a:lnTo>
                  <a:lnTo>
                    <a:pt x="6446519" y="146303"/>
                  </a:lnTo>
                  <a:lnTo>
                    <a:pt x="6439058" y="100071"/>
                  </a:lnTo>
                  <a:lnTo>
                    <a:pt x="6418283" y="59911"/>
                  </a:lnTo>
                  <a:lnTo>
                    <a:pt x="6386608" y="28236"/>
                  </a:lnTo>
                  <a:lnTo>
                    <a:pt x="6346448" y="7461"/>
                  </a:lnTo>
                  <a:lnTo>
                    <a:pt x="6300215" y="0"/>
                  </a:lnTo>
                  <a:close/>
                </a:path>
              </a:pathLst>
            </a:custGeom>
            <a:solidFill>
              <a:srgbClr val="FF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29499" y="2976372"/>
              <a:ext cx="6446520" cy="2021205"/>
            </a:xfrm>
            <a:custGeom>
              <a:avLst/>
              <a:gdLst/>
              <a:ahLst/>
              <a:cxnLst/>
              <a:rect l="l" t="t" r="r" b="b"/>
              <a:pathLst>
                <a:path w="6446519" h="2021204">
                  <a:moveTo>
                    <a:pt x="0" y="146303"/>
                  </a:moveTo>
                  <a:lnTo>
                    <a:pt x="7461" y="100071"/>
                  </a:lnTo>
                  <a:lnTo>
                    <a:pt x="28236" y="59911"/>
                  </a:lnTo>
                  <a:lnTo>
                    <a:pt x="59911" y="28236"/>
                  </a:lnTo>
                  <a:lnTo>
                    <a:pt x="100071" y="7461"/>
                  </a:lnTo>
                  <a:lnTo>
                    <a:pt x="146303" y="0"/>
                  </a:lnTo>
                  <a:lnTo>
                    <a:pt x="6300215" y="0"/>
                  </a:lnTo>
                  <a:lnTo>
                    <a:pt x="6346448" y="7461"/>
                  </a:lnTo>
                  <a:lnTo>
                    <a:pt x="6386608" y="28236"/>
                  </a:lnTo>
                  <a:lnTo>
                    <a:pt x="6418283" y="59911"/>
                  </a:lnTo>
                  <a:lnTo>
                    <a:pt x="6439058" y="100071"/>
                  </a:lnTo>
                  <a:lnTo>
                    <a:pt x="6446519" y="146303"/>
                  </a:lnTo>
                  <a:lnTo>
                    <a:pt x="6446519" y="1874519"/>
                  </a:lnTo>
                  <a:lnTo>
                    <a:pt x="6439058" y="1920752"/>
                  </a:lnTo>
                  <a:lnTo>
                    <a:pt x="6418283" y="1960912"/>
                  </a:lnTo>
                  <a:lnTo>
                    <a:pt x="6386608" y="1992587"/>
                  </a:lnTo>
                  <a:lnTo>
                    <a:pt x="6346448" y="2013362"/>
                  </a:lnTo>
                  <a:lnTo>
                    <a:pt x="6300215" y="2020823"/>
                  </a:lnTo>
                  <a:lnTo>
                    <a:pt x="146303" y="2020823"/>
                  </a:lnTo>
                  <a:lnTo>
                    <a:pt x="100071" y="2013362"/>
                  </a:lnTo>
                  <a:lnTo>
                    <a:pt x="59911" y="1992587"/>
                  </a:lnTo>
                  <a:lnTo>
                    <a:pt x="28236" y="1960912"/>
                  </a:lnTo>
                  <a:lnTo>
                    <a:pt x="7461" y="1920752"/>
                  </a:lnTo>
                  <a:lnTo>
                    <a:pt x="0" y="1874519"/>
                  </a:lnTo>
                  <a:lnTo>
                    <a:pt x="0" y="146303"/>
                  </a:lnTo>
                  <a:close/>
                </a:path>
              </a:pathLst>
            </a:custGeom>
            <a:ln w="30480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397495" y="2971800"/>
              <a:ext cx="119380" cy="2021205"/>
            </a:xfrm>
            <a:custGeom>
              <a:avLst/>
              <a:gdLst/>
              <a:ahLst/>
              <a:cxnLst/>
              <a:rect l="l" t="t" r="r" b="b"/>
              <a:pathLst>
                <a:path w="119379" h="2021204">
                  <a:moveTo>
                    <a:pt x="59435" y="0"/>
                  </a:moveTo>
                  <a:lnTo>
                    <a:pt x="36325" y="4679"/>
                  </a:lnTo>
                  <a:lnTo>
                    <a:pt x="17430" y="17430"/>
                  </a:lnTo>
                  <a:lnTo>
                    <a:pt x="4679" y="36325"/>
                  </a:lnTo>
                  <a:lnTo>
                    <a:pt x="0" y="59436"/>
                  </a:lnTo>
                  <a:lnTo>
                    <a:pt x="0" y="1961388"/>
                  </a:lnTo>
                  <a:lnTo>
                    <a:pt x="4679" y="1984498"/>
                  </a:lnTo>
                  <a:lnTo>
                    <a:pt x="17430" y="2003393"/>
                  </a:lnTo>
                  <a:lnTo>
                    <a:pt x="36325" y="2016144"/>
                  </a:lnTo>
                  <a:lnTo>
                    <a:pt x="59435" y="2020824"/>
                  </a:lnTo>
                  <a:lnTo>
                    <a:pt x="82546" y="2016144"/>
                  </a:lnTo>
                  <a:lnTo>
                    <a:pt x="101441" y="2003393"/>
                  </a:lnTo>
                  <a:lnTo>
                    <a:pt x="114192" y="1984498"/>
                  </a:lnTo>
                  <a:lnTo>
                    <a:pt x="118872" y="1961388"/>
                  </a:lnTo>
                  <a:lnTo>
                    <a:pt x="118872" y="59436"/>
                  </a:lnTo>
                  <a:lnTo>
                    <a:pt x="114192" y="36325"/>
                  </a:lnTo>
                  <a:lnTo>
                    <a:pt x="101441" y="17430"/>
                  </a:lnTo>
                  <a:lnTo>
                    <a:pt x="82546" y="4679"/>
                  </a:lnTo>
                  <a:lnTo>
                    <a:pt x="59435" y="0"/>
                  </a:lnTo>
                  <a:close/>
                </a:path>
              </a:pathLst>
            </a:custGeom>
            <a:solidFill>
              <a:srgbClr val="1A2C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753984" y="3193097"/>
            <a:ext cx="5817870" cy="1519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-95" dirty="0">
                <a:solidFill>
                  <a:srgbClr val="3A3535"/>
                </a:solidFill>
                <a:latin typeface="Trebuchet MS"/>
                <a:cs typeface="Trebuchet MS"/>
              </a:rPr>
              <a:t>Intuitive</a:t>
            </a:r>
            <a:r>
              <a:rPr sz="2200" b="1" spc="-24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3A3535"/>
                </a:solidFill>
                <a:latin typeface="Trebuchet MS"/>
                <a:cs typeface="Trebuchet MS"/>
              </a:rPr>
              <a:t>Interaction</a:t>
            </a:r>
            <a:endParaRPr sz="2200">
              <a:latin typeface="Trebuchet MS"/>
              <a:cs typeface="Trebuchet MS"/>
            </a:endParaRPr>
          </a:p>
          <a:p>
            <a:pPr marL="12700" marR="5080">
              <a:lnSpc>
                <a:spcPct val="125200"/>
              </a:lnSpc>
              <a:spcBef>
                <a:spcPts val="975"/>
              </a:spcBef>
            </a:pPr>
            <a:r>
              <a:rPr sz="1800" spc="-30" dirty="0">
                <a:solidFill>
                  <a:srgbClr val="3A3535"/>
                </a:solidFill>
                <a:latin typeface="Verdana"/>
                <a:cs typeface="Verdana"/>
              </a:rPr>
              <a:t>Natural</a:t>
            </a:r>
            <a:r>
              <a:rPr sz="1800" spc="-17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A3535"/>
                </a:solidFill>
                <a:latin typeface="Verdana"/>
                <a:cs typeface="Verdana"/>
              </a:rPr>
              <a:t>hand</a:t>
            </a:r>
            <a:r>
              <a:rPr sz="1800" spc="-14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gestures</a:t>
            </a:r>
            <a:r>
              <a:rPr sz="1800" spc="-14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provide</a:t>
            </a:r>
            <a:r>
              <a:rPr sz="1800" spc="-7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3A3535"/>
                </a:solidFill>
                <a:latin typeface="Verdana"/>
                <a:cs typeface="Verdana"/>
              </a:rPr>
              <a:t>an</a:t>
            </a:r>
            <a:r>
              <a:rPr sz="1800" spc="-20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3A3535"/>
                </a:solidFill>
                <a:latin typeface="Verdana"/>
                <a:cs typeface="Verdana"/>
              </a:rPr>
              <a:t>easy-</a:t>
            </a:r>
            <a:r>
              <a:rPr sz="1800" spc="55" dirty="0">
                <a:solidFill>
                  <a:srgbClr val="3A3535"/>
                </a:solidFill>
                <a:latin typeface="Verdana"/>
                <a:cs typeface="Verdana"/>
              </a:rPr>
              <a:t>to-</a:t>
            </a:r>
            <a:r>
              <a:rPr sz="1800" spc="-50" dirty="0">
                <a:solidFill>
                  <a:srgbClr val="3A3535"/>
                </a:solidFill>
                <a:latin typeface="Verdana"/>
                <a:cs typeface="Verdana"/>
              </a:rPr>
              <a:t>learn</a:t>
            </a:r>
            <a:r>
              <a:rPr sz="1800" spc="-12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A3535"/>
                </a:solidFill>
                <a:latin typeface="Verdana"/>
                <a:cs typeface="Verdana"/>
              </a:rPr>
              <a:t>and </a:t>
            </a:r>
            <a:r>
              <a:rPr sz="1800" spc="-35" dirty="0">
                <a:solidFill>
                  <a:srgbClr val="3A3535"/>
                </a:solidFill>
                <a:latin typeface="Verdana"/>
                <a:cs typeface="Verdana"/>
              </a:rPr>
              <a:t>highly</a:t>
            </a:r>
            <a:r>
              <a:rPr sz="1800" spc="-13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A3535"/>
                </a:solidFill>
                <a:latin typeface="Verdana"/>
                <a:cs typeface="Verdana"/>
              </a:rPr>
              <a:t>responsive</a:t>
            </a:r>
            <a:r>
              <a:rPr sz="1800" spc="-16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A3535"/>
                </a:solidFill>
                <a:latin typeface="Verdana"/>
                <a:cs typeface="Verdana"/>
              </a:rPr>
              <a:t>user</a:t>
            </a:r>
            <a:r>
              <a:rPr sz="1800" spc="-21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experience,</a:t>
            </a:r>
            <a:r>
              <a:rPr sz="1800" spc="-17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enhancing engagement.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31519" y="5201411"/>
            <a:ext cx="6494145" cy="2051685"/>
            <a:chOff x="731519" y="5201411"/>
            <a:chExt cx="6494145" cy="2051685"/>
          </a:xfrm>
        </p:grpSpPr>
        <p:sp>
          <p:nvSpPr>
            <p:cNvPr id="16" name="object 16"/>
            <p:cNvSpPr/>
            <p:nvPr/>
          </p:nvSpPr>
          <p:spPr>
            <a:xfrm>
              <a:off x="763523" y="5216651"/>
              <a:ext cx="6446520" cy="2021205"/>
            </a:xfrm>
            <a:custGeom>
              <a:avLst/>
              <a:gdLst/>
              <a:ahLst/>
              <a:cxnLst/>
              <a:rect l="l" t="t" r="r" b="b"/>
              <a:pathLst>
                <a:path w="6446520" h="2021204">
                  <a:moveTo>
                    <a:pt x="6300216" y="0"/>
                  </a:moveTo>
                  <a:lnTo>
                    <a:pt x="146329" y="0"/>
                  </a:lnTo>
                  <a:lnTo>
                    <a:pt x="100080" y="7461"/>
                  </a:lnTo>
                  <a:lnTo>
                    <a:pt x="59911" y="28236"/>
                  </a:lnTo>
                  <a:lnTo>
                    <a:pt x="28234" y="59911"/>
                  </a:lnTo>
                  <a:lnTo>
                    <a:pt x="7460" y="100071"/>
                  </a:lnTo>
                  <a:lnTo>
                    <a:pt x="0" y="146304"/>
                  </a:lnTo>
                  <a:lnTo>
                    <a:pt x="0" y="1874494"/>
                  </a:lnTo>
                  <a:lnTo>
                    <a:pt x="7460" y="1920743"/>
                  </a:lnTo>
                  <a:lnTo>
                    <a:pt x="28234" y="1960912"/>
                  </a:lnTo>
                  <a:lnTo>
                    <a:pt x="59911" y="1992589"/>
                  </a:lnTo>
                  <a:lnTo>
                    <a:pt x="100080" y="2013363"/>
                  </a:lnTo>
                  <a:lnTo>
                    <a:pt x="146329" y="2020824"/>
                  </a:lnTo>
                  <a:lnTo>
                    <a:pt x="6300216" y="2020824"/>
                  </a:lnTo>
                  <a:lnTo>
                    <a:pt x="6346448" y="2013363"/>
                  </a:lnTo>
                  <a:lnTo>
                    <a:pt x="6386608" y="1992589"/>
                  </a:lnTo>
                  <a:lnTo>
                    <a:pt x="6418283" y="1960912"/>
                  </a:lnTo>
                  <a:lnTo>
                    <a:pt x="6439058" y="1920743"/>
                  </a:lnTo>
                  <a:lnTo>
                    <a:pt x="6446520" y="1874494"/>
                  </a:lnTo>
                  <a:lnTo>
                    <a:pt x="6446520" y="146304"/>
                  </a:lnTo>
                  <a:lnTo>
                    <a:pt x="6439058" y="100071"/>
                  </a:lnTo>
                  <a:lnTo>
                    <a:pt x="6418283" y="59911"/>
                  </a:lnTo>
                  <a:lnTo>
                    <a:pt x="6386608" y="28236"/>
                  </a:lnTo>
                  <a:lnTo>
                    <a:pt x="6346448" y="7461"/>
                  </a:lnTo>
                  <a:lnTo>
                    <a:pt x="6300216" y="0"/>
                  </a:lnTo>
                  <a:close/>
                </a:path>
              </a:pathLst>
            </a:custGeom>
            <a:solidFill>
              <a:srgbClr val="FF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63523" y="5216651"/>
              <a:ext cx="6446520" cy="2021205"/>
            </a:xfrm>
            <a:custGeom>
              <a:avLst/>
              <a:gdLst/>
              <a:ahLst/>
              <a:cxnLst/>
              <a:rect l="l" t="t" r="r" b="b"/>
              <a:pathLst>
                <a:path w="6446520" h="2021204">
                  <a:moveTo>
                    <a:pt x="0" y="146304"/>
                  </a:moveTo>
                  <a:lnTo>
                    <a:pt x="7460" y="100071"/>
                  </a:lnTo>
                  <a:lnTo>
                    <a:pt x="28234" y="59911"/>
                  </a:lnTo>
                  <a:lnTo>
                    <a:pt x="59911" y="28236"/>
                  </a:lnTo>
                  <a:lnTo>
                    <a:pt x="100080" y="7461"/>
                  </a:lnTo>
                  <a:lnTo>
                    <a:pt x="146329" y="0"/>
                  </a:lnTo>
                  <a:lnTo>
                    <a:pt x="6300216" y="0"/>
                  </a:lnTo>
                  <a:lnTo>
                    <a:pt x="6346448" y="7461"/>
                  </a:lnTo>
                  <a:lnTo>
                    <a:pt x="6386608" y="28236"/>
                  </a:lnTo>
                  <a:lnTo>
                    <a:pt x="6418283" y="59911"/>
                  </a:lnTo>
                  <a:lnTo>
                    <a:pt x="6439058" y="100071"/>
                  </a:lnTo>
                  <a:lnTo>
                    <a:pt x="6446520" y="146304"/>
                  </a:lnTo>
                  <a:lnTo>
                    <a:pt x="6446520" y="1874494"/>
                  </a:lnTo>
                  <a:lnTo>
                    <a:pt x="6439058" y="1920743"/>
                  </a:lnTo>
                  <a:lnTo>
                    <a:pt x="6418283" y="1960912"/>
                  </a:lnTo>
                  <a:lnTo>
                    <a:pt x="6386608" y="1992589"/>
                  </a:lnTo>
                  <a:lnTo>
                    <a:pt x="6346448" y="2013363"/>
                  </a:lnTo>
                  <a:lnTo>
                    <a:pt x="6300216" y="2020824"/>
                  </a:lnTo>
                  <a:lnTo>
                    <a:pt x="146329" y="2020824"/>
                  </a:lnTo>
                  <a:lnTo>
                    <a:pt x="100080" y="2013363"/>
                  </a:lnTo>
                  <a:lnTo>
                    <a:pt x="59911" y="1992589"/>
                  </a:lnTo>
                  <a:lnTo>
                    <a:pt x="28234" y="1960912"/>
                  </a:lnTo>
                  <a:lnTo>
                    <a:pt x="7460" y="1920743"/>
                  </a:lnTo>
                  <a:lnTo>
                    <a:pt x="0" y="1874494"/>
                  </a:lnTo>
                  <a:lnTo>
                    <a:pt x="0" y="146304"/>
                  </a:lnTo>
                  <a:close/>
                </a:path>
              </a:pathLst>
            </a:custGeom>
            <a:ln w="30479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31519" y="5212079"/>
              <a:ext cx="119380" cy="2021205"/>
            </a:xfrm>
            <a:custGeom>
              <a:avLst/>
              <a:gdLst/>
              <a:ahLst/>
              <a:cxnLst/>
              <a:rect l="l" t="t" r="r" b="b"/>
              <a:pathLst>
                <a:path w="119380" h="2021204">
                  <a:moveTo>
                    <a:pt x="59436" y="0"/>
                  </a:moveTo>
                  <a:lnTo>
                    <a:pt x="36299" y="4679"/>
                  </a:lnTo>
                  <a:lnTo>
                    <a:pt x="17406" y="17430"/>
                  </a:lnTo>
                  <a:lnTo>
                    <a:pt x="4670" y="36325"/>
                  </a:lnTo>
                  <a:lnTo>
                    <a:pt x="0" y="59436"/>
                  </a:lnTo>
                  <a:lnTo>
                    <a:pt x="0" y="1961388"/>
                  </a:lnTo>
                  <a:lnTo>
                    <a:pt x="4670" y="1984524"/>
                  </a:lnTo>
                  <a:lnTo>
                    <a:pt x="17406" y="2003417"/>
                  </a:lnTo>
                  <a:lnTo>
                    <a:pt x="36299" y="2016153"/>
                  </a:lnTo>
                  <a:lnTo>
                    <a:pt x="59436" y="2020824"/>
                  </a:lnTo>
                  <a:lnTo>
                    <a:pt x="82572" y="2016153"/>
                  </a:lnTo>
                  <a:lnTo>
                    <a:pt x="101465" y="2003417"/>
                  </a:lnTo>
                  <a:lnTo>
                    <a:pt x="114201" y="1984524"/>
                  </a:lnTo>
                  <a:lnTo>
                    <a:pt x="118871" y="1961388"/>
                  </a:lnTo>
                  <a:lnTo>
                    <a:pt x="118871" y="59436"/>
                  </a:lnTo>
                  <a:lnTo>
                    <a:pt x="114201" y="36325"/>
                  </a:lnTo>
                  <a:lnTo>
                    <a:pt x="101465" y="17430"/>
                  </a:lnTo>
                  <a:lnTo>
                    <a:pt x="82572" y="4679"/>
                  </a:lnTo>
                  <a:lnTo>
                    <a:pt x="59436" y="0"/>
                  </a:lnTo>
                  <a:close/>
                </a:path>
              </a:pathLst>
            </a:custGeom>
            <a:solidFill>
              <a:srgbClr val="1A2C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84897" y="5432361"/>
            <a:ext cx="5696585" cy="1519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-40" dirty="0">
                <a:solidFill>
                  <a:srgbClr val="3A3535"/>
                </a:solidFill>
                <a:latin typeface="Trebuchet MS"/>
                <a:cs typeface="Trebuchet MS"/>
              </a:rPr>
              <a:t>Enhanced</a:t>
            </a:r>
            <a:r>
              <a:rPr sz="2200" b="1" spc="-18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3A3535"/>
                </a:solidFill>
                <a:latin typeface="Trebuchet MS"/>
                <a:cs typeface="Trebuchet MS"/>
              </a:rPr>
              <a:t>Accessibility</a:t>
            </a:r>
            <a:endParaRPr sz="2200">
              <a:latin typeface="Trebuchet MS"/>
              <a:cs typeface="Trebuchet MS"/>
            </a:endParaRPr>
          </a:p>
          <a:p>
            <a:pPr marL="12700" marR="5080">
              <a:lnSpc>
                <a:spcPct val="125099"/>
              </a:lnSpc>
              <a:spcBef>
                <a:spcPts val="980"/>
              </a:spcBef>
            </a:pP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Offers</a:t>
            </a:r>
            <a:r>
              <a:rPr sz="1800" spc="-12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3A3535"/>
                </a:solidFill>
                <a:latin typeface="Verdana"/>
                <a:cs typeface="Verdana"/>
              </a:rPr>
              <a:t>an</a:t>
            </a:r>
            <a:r>
              <a:rPr sz="1800" spc="-10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3A3535"/>
                </a:solidFill>
                <a:latin typeface="Verdana"/>
                <a:cs typeface="Verdana"/>
              </a:rPr>
              <a:t>alternative</a:t>
            </a:r>
            <a:r>
              <a:rPr sz="1800" spc="-13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control</a:t>
            </a:r>
            <a:r>
              <a:rPr sz="1800" spc="-6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method</a:t>
            </a:r>
            <a:r>
              <a:rPr sz="1800" spc="-12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for</a:t>
            </a:r>
            <a:r>
              <a:rPr sz="1800" spc="-10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3A3535"/>
                </a:solidFill>
                <a:latin typeface="Verdana"/>
                <a:cs typeface="Verdana"/>
              </a:rPr>
              <a:t>users</a:t>
            </a:r>
            <a:r>
              <a:rPr sz="1800" spc="-12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A3535"/>
                </a:solidFill>
                <a:latin typeface="Verdana"/>
                <a:cs typeface="Verdana"/>
              </a:rPr>
              <a:t>with </a:t>
            </a:r>
            <a:r>
              <a:rPr sz="1800" spc="-25" dirty="0">
                <a:solidFill>
                  <a:srgbClr val="3A3535"/>
                </a:solidFill>
                <a:latin typeface="Verdana"/>
                <a:cs typeface="Verdana"/>
              </a:rPr>
              <a:t>mobility</a:t>
            </a:r>
            <a:r>
              <a:rPr sz="1800" spc="-15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challenges</a:t>
            </a:r>
            <a:r>
              <a:rPr sz="1800" spc="-16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or</a:t>
            </a:r>
            <a:r>
              <a:rPr sz="1800" spc="-15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3A3535"/>
                </a:solidFill>
                <a:latin typeface="Verdana"/>
                <a:cs typeface="Verdana"/>
              </a:rPr>
              <a:t>when</a:t>
            </a:r>
            <a:r>
              <a:rPr sz="1800" spc="-14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A3535"/>
                </a:solidFill>
                <a:latin typeface="Verdana"/>
                <a:cs typeface="Verdana"/>
              </a:rPr>
              <a:t>traditional</a:t>
            </a:r>
            <a:r>
              <a:rPr sz="1800" spc="-11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inputs</a:t>
            </a:r>
            <a:r>
              <a:rPr sz="1800" spc="-24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A3535"/>
                </a:solidFill>
                <a:latin typeface="Verdana"/>
                <a:cs typeface="Verdana"/>
              </a:rPr>
              <a:t>are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inconvenient.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397495" y="5201411"/>
            <a:ext cx="6494145" cy="2051685"/>
            <a:chOff x="7397495" y="5201411"/>
            <a:chExt cx="6494145" cy="2051685"/>
          </a:xfrm>
        </p:grpSpPr>
        <p:sp>
          <p:nvSpPr>
            <p:cNvPr id="21" name="object 21"/>
            <p:cNvSpPr/>
            <p:nvPr/>
          </p:nvSpPr>
          <p:spPr>
            <a:xfrm>
              <a:off x="7429499" y="5216651"/>
              <a:ext cx="6446520" cy="2021205"/>
            </a:xfrm>
            <a:custGeom>
              <a:avLst/>
              <a:gdLst/>
              <a:ahLst/>
              <a:cxnLst/>
              <a:rect l="l" t="t" r="r" b="b"/>
              <a:pathLst>
                <a:path w="6446519" h="2021204">
                  <a:moveTo>
                    <a:pt x="6300215" y="0"/>
                  </a:moveTo>
                  <a:lnTo>
                    <a:pt x="146303" y="0"/>
                  </a:lnTo>
                  <a:lnTo>
                    <a:pt x="100071" y="7461"/>
                  </a:lnTo>
                  <a:lnTo>
                    <a:pt x="59911" y="28236"/>
                  </a:lnTo>
                  <a:lnTo>
                    <a:pt x="28236" y="59911"/>
                  </a:lnTo>
                  <a:lnTo>
                    <a:pt x="7461" y="100071"/>
                  </a:lnTo>
                  <a:lnTo>
                    <a:pt x="0" y="146304"/>
                  </a:lnTo>
                  <a:lnTo>
                    <a:pt x="0" y="1874494"/>
                  </a:lnTo>
                  <a:lnTo>
                    <a:pt x="7461" y="1920743"/>
                  </a:lnTo>
                  <a:lnTo>
                    <a:pt x="28236" y="1960912"/>
                  </a:lnTo>
                  <a:lnTo>
                    <a:pt x="59911" y="1992589"/>
                  </a:lnTo>
                  <a:lnTo>
                    <a:pt x="100071" y="2013363"/>
                  </a:lnTo>
                  <a:lnTo>
                    <a:pt x="146303" y="2020824"/>
                  </a:lnTo>
                  <a:lnTo>
                    <a:pt x="6300215" y="2020824"/>
                  </a:lnTo>
                  <a:lnTo>
                    <a:pt x="6346448" y="2013363"/>
                  </a:lnTo>
                  <a:lnTo>
                    <a:pt x="6386608" y="1992589"/>
                  </a:lnTo>
                  <a:lnTo>
                    <a:pt x="6418283" y="1960912"/>
                  </a:lnTo>
                  <a:lnTo>
                    <a:pt x="6439058" y="1920743"/>
                  </a:lnTo>
                  <a:lnTo>
                    <a:pt x="6446519" y="1874494"/>
                  </a:lnTo>
                  <a:lnTo>
                    <a:pt x="6446519" y="146304"/>
                  </a:lnTo>
                  <a:lnTo>
                    <a:pt x="6439058" y="100071"/>
                  </a:lnTo>
                  <a:lnTo>
                    <a:pt x="6418283" y="59911"/>
                  </a:lnTo>
                  <a:lnTo>
                    <a:pt x="6386608" y="28236"/>
                  </a:lnTo>
                  <a:lnTo>
                    <a:pt x="6346448" y="7461"/>
                  </a:lnTo>
                  <a:lnTo>
                    <a:pt x="6300215" y="0"/>
                  </a:lnTo>
                  <a:close/>
                </a:path>
              </a:pathLst>
            </a:custGeom>
            <a:solidFill>
              <a:srgbClr val="FF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429499" y="5216651"/>
              <a:ext cx="6446520" cy="2021205"/>
            </a:xfrm>
            <a:custGeom>
              <a:avLst/>
              <a:gdLst/>
              <a:ahLst/>
              <a:cxnLst/>
              <a:rect l="l" t="t" r="r" b="b"/>
              <a:pathLst>
                <a:path w="6446519" h="2021204">
                  <a:moveTo>
                    <a:pt x="0" y="146304"/>
                  </a:moveTo>
                  <a:lnTo>
                    <a:pt x="7461" y="100071"/>
                  </a:lnTo>
                  <a:lnTo>
                    <a:pt x="28236" y="59911"/>
                  </a:lnTo>
                  <a:lnTo>
                    <a:pt x="59911" y="28236"/>
                  </a:lnTo>
                  <a:lnTo>
                    <a:pt x="100071" y="7461"/>
                  </a:lnTo>
                  <a:lnTo>
                    <a:pt x="146303" y="0"/>
                  </a:lnTo>
                  <a:lnTo>
                    <a:pt x="6300215" y="0"/>
                  </a:lnTo>
                  <a:lnTo>
                    <a:pt x="6346448" y="7461"/>
                  </a:lnTo>
                  <a:lnTo>
                    <a:pt x="6386608" y="28236"/>
                  </a:lnTo>
                  <a:lnTo>
                    <a:pt x="6418283" y="59911"/>
                  </a:lnTo>
                  <a:lnTo>
                    <a:pt x="6439058" y="100071"/>
                  </a:lnTo>
                  <a:lnTo>
                    <a:pt x="6446519" y="146304"/>
                  </a:lnTo>
                  <a:lnTo>
                    <a:pt x="6446519" y="1874494"/>
                  </a:lnTo>
                  <a:lnTo>
                    <a:pt x="6439058" y="1920743"/>
                  </a:lnTo>
                  <a:lnTo>
                    <a:pt x="6418283" y="1960912"/>
                  </a:lnTo>
                  <a:lnTo>
                    <a:pt x="6386608" y="1992589"/>
                  </a:lnTo>
                  <a:lnTo>
                    <a:pt x="6346448" y="2013363"/>
                  </a:lnTo>
                  <a:lnTo>
                    <a:pt x="6300215" y="2020824"/>
                  </a:lnTo>
                  <a:lnTo>
                    <a:pt x="146303" y="2020824"/>
                  </a:lnTo>
                  <a:lnTo>
                    <a:pt x="100071" y="2013363"/>
                  </a:lnTo>
                  <a:lnTo>
                    <a:pt x="59911" y="1992589"/>
                  </a:lnTo>
                  <a:lnTo>
                    <a:pt x="28236" y="1960912"/>
                  </a:lnTo>
                  <a:lnTo>
                    <a:pt x="7461" y="1920743"/>
                  </a:lnTo>
                  <a:lnTo>
                    <a:pt x="0" y="1874494"/>
                  </a:lnTo>
                  <a:lnTo>
                    <a:pt x="0" y="146304"/>
                  </a:lnTo>
                  <a:close/>
                </a:path>
              </a:pathLst>
            </a:custGeom>
            <a:ln w="30480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97495" y="5212079"/>
              <a:ext cx="119380" cy="2021205"/>
            </a:xfrm>
            <a:custGeom>
              <a:avLst/>
              <a:gdLst/>
              <a:ahLst/>
              <a:cxnLst/>
              <a:rect l="l" t="t" r="r" b="b"/>
              <a:pathLst>
                <a:path w="119379" h="2021204">
                  <a:moveTo>
                    <a:pt x="59435" y="0"/>
                  </a:moveTo>
                  <a:lnTo>
                    <a:pt x="36325" y="4679"/>
                  </a:lnTo>
                  <a:lnTo>
                    <a:pt x="17430" y="17430"/>
                  </a:lnTo>
                  <a:lnTo>
                    <a:pt x="4679" y="36325"/>
                  </a:lnTo>
                  <a:lnTo>
                    <a:pt x="0" y="59436"/>
                  </a:lnTo>
                  <a:lnTo>
                    <a:pt x="0" y="1961388"/>
                  </a:lnTo>
                  <a:lnTo>
                    <a:pt x="4679" y="1984524"/>
                  </a:lnTo>
                  <a:lnTo>
                    <a:pt x="17430" y="2003417"/>
                  </a:lnTo>
                  <a:lnTo>
                    <a:pt x="36325" y="2016153"/>
                  </a:lnTo>
                  <a:lnTo>
                    <a:pt x="59435" y="2020824"/>
                  </a:lnTo>
                  <a:lnTo>
                    <a:pt x="82546" y="2016153"/>
                  </a:lnTo>
                  <a:lnTo>
                    <a:pt x="101441" y="2003417"/>
                  </a:lnTo>
                  <a:lnTo>
                    <a:pt x="114192" y="1984524"/>
                  </a:lnTo>
                  <a:lnTo>
                    <a:pt x="118872" y="1961388"/>
                  </a:lnTo>
                  <a:lnTo>
                    <a:pt x="118872" y="59436"/>
                  </a:lnTo>
                  <a:lnTo>
                    <a:pt x="114192" y="36325"/>
                  </a:lnTo>
                  <a:lnTo>
                    <a:pt x="101441" y="17430"/>
                  </a:lnTo>
                  <a:lnTo>
                    <a:pt x="82546" y="4679"/>
                  </a:lnTo>
                  <a:lnTo>
                    <a:pt x="59435" y="0"/>
                  </a:lnTo>
                  <a:close/>
                </a:path>
              </a:pathLst>
            </a:custGeom>
            <a:solidFill>
              <a:srgbClr val="1A2C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753984" y="5432361"/>
            <a:ext cx="5640070" cy="1519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-80" dirty="0">
                <a:solidFill>
                  <a:srgbClr val="3A3535"/>
                </a:solidFill>
                <a:latin typeface="Trebuchet MS"/>
                <a:cs typeface="Trebuchet MS"/>
              </a:rPr>
              <a:t>Versatile</a:t>
            </a:r>
            <a:r>
              <a:rPr sz="2200" b="1" spc="-17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3A3535"/>
                </a:solidFill>
                <a:latin typeface="Trebuchet MS"/>
                <a:cs typeface="Trebuchet MS"/>
              </a:rPr>
              <a:t>Integration</a:t>
            </a:r>
            <a:endParaRPr sz="2200">
              <a:latin typeface="Trebuchet MS"/>
              <a:cs typeface="Trebuchet MS"/>
            </a:endParaRPr>
          </a:p>
          <a:p>
            <a:pPr marL="12700" marR="5080">
              <a:lnSpc>
                <a:spcPct val="125099"/>
              </a:lnSpc>
              <a:spcBef>
                <a:spcPts val="980"/>
              </a:spcBef>
            </a:pPr>
            <a:r>
              <a:rPr sz="1800" spc="-45" dirty="0">
                <a:solidFill>
                  <a:srgbClr val="3A3535"/>
                </a:solidFill>
                <a:latin typeface="Verdana"/>
                <a:cs typeface="Verdana"/>
              </a:rPr>
              <a:t>Seamlessly</a:t>
            </a:r>
            <a:r>
              <a:rPr sz="1800" spc="-12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integrates</a:t>
            </a:r>
            <a:r>
              <a:rPr sz="1800" spc="-14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into</a:t>
            </a:r>
            <a:r>
              <a:rPr sz="1800" spc="-17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home</a:t>
            </a:r>
            <a:r>
              <a:rPr sz="1800" spc="-14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entertainment </a:t>
            </a:r>
            <a:r>
              <a:rPr sz="1800" spc="-60" dirty="0">
                <a:solidFill>
                  <a:srgbClr val="3A3535"/>
                </a:solidFill>
                <a:latin typeface="Verdana"/>
                <a:cs typeface="Verdana"/>
              </a:rPr>
              <a:t>systems,</a:t>
            </a:r>
            <a:r>
              <a:rPr sz="1800" spc="-5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3A3535"/>
                </a:solidFill>
                <a:latin typeface="Verdana"/>
                <a:cs typeface="Verdana"/>
              </a:rPr>
              <a:t>smart</a:t>
            </a:r>
            <a:r>
              <a:rPr sz="1800" spc="-13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conference</a:t>
            </a:r>
            <a:r>
              <a:rPr sz="1800" spc="-114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3A3535"/>
                </a:solidFill>
                <a:latin typeface="Verdana"/>
                <a:cs typeface="Verdana"/>
              </a:rPr>
              <a:t>rooms,</a:t>
            </a:r>
            <a:r>
              <a:rPr sz="1800" spc="-5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A3535"/>
                </a:solidFill>
                <a:latin typeface="Verdana"/>
                <a:cs typeface="Verdana"/>
              </a:rPr>
              <a:t>and</a:t>
            </a:r>
            <a:r>
              <a:rPr sz="1800" spc="-10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interactive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digital</a:t>
            </a:r>
            <a:r>
              <a:rPr sz="1800" spc="-17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signage.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6251" y="1200912"/>
            <a:ext cx="7732395" cy="761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800" dirty="0"/>
              <a:t>User</a:t>
            </a:r>
            <a:r>
              <a:rPr sz="4800" spc="-455" dirty="0"/>
              <a:t> </a:t>
            </a:r>
            <a:r>
              <a:rPr sz="4800" spc="-90" dirty="0"/>
              <a:t>Interface</a:t>
            </a:r>
            <a:r>
              <a:rPr sz="4800" spc="-415" dirty="0"/>
              <a:t> </a:t>
            </a:r>
            <a:r>
              <a:rPr sz="4800" spc="1195" dirty="0"/>
              <a:t>s</a:t>
            </a:r>
            <a:r>
              <a:rPr sz="4800" spc="-420" dirty="0"/>
              <a:t> </a:t>
            </a:r>
            <a:r>
              <a:rPr sz="4800" spc="-65" dirty="0"/>
              <a:t>Experience</a:t>
            </a:r>
            <a:endParaRPr sz="4800"/>
          </a:p>
        </p:txBody>
      </p:sp>
      <p:grpSp>
        <p:nvGrpSpPr>
          <p:cNvPr id="3" name="object 3"/>
          <p:cNvGrpSpPr/>
          <p:nvPr/>
        </p:nvGrpSpPr>
        <p:grpSpPr>
          <a:xfrm>
            <a:off x="759713" y="2433066"/>
            <a:ext cx="6454140" cy="1983105"/>
            <a:chOff x="759713" y="2433066"/>
            <a:chExt cx="6454140" cy="1983105"/>
          </a:xfrm>
        </p:grpSpPr>
        <p:sp>
          <p:nvSpPr>
            <p:cNvPr id="4" name="object 4"/>
            <p:cNvSpPr/>
            <p:nvPr/>
          </p:nvSpPr>
          <p:spPr>
            <a:xfrm>
              <a:off x="763523" y="2436876"/>
              <a:ext cx="6446520" cy="1975485"/>
            </a:xfrm>
            <a:custGeom>
              <a:avLst/>
              <a:gdLst/>
              <a:ahLst/>
              <a:cxnLst/>
              <a:rect l="l" t="t" r="r" b="b"/>
              <a:pathLst>
                <a:path w="6446520" h="1975485">
                  <a:moveTo>
                    <a:pt x="5926455" y="0"/>
                  </a:moveTo>
                  <a:lnTo>
                    <a:pt x="520064" y="0"/>
                  </a:lnTo>
                  <a:lnTo>
                    <a:pt x="472730" y="2126"/>
                  </a:lnTo>
                  <a:lnTo>
                    <a:pt x="426586" y="8381"/>
                  </a:lnTo>
                  <a:lnTo>
                    <a:pt x="381815" y="18582"/>
                  </a:lnTo>
                  <a:lnTo>
                    <a:pt x="338602" y="32545"/>
                  </a:lnTo>
                  <a:lnTo>
                    <a:pt x="297131" y="50086"/>
                  </a:lnTo>
                  <a:lnTo>
                    <a:pt x="257584" y="71021"/>
                  </a:lnTo>
                  <a:lnTo>
                    <a:pt x="220145" y="95166"/>
                  </a:lnTo>
                  <a:lnTo>
                    <a:pt x="184999" y="122338"/>
                  </a:lnTo>
                  <a:lnTo>
                    <a:pt x="152328" y="152352"/>
                  </a:lnTo>
                  <a:lnTo>
                    <a:pt x="122317" y="185025"/>
                  </a:lnTo>
                  <a:lnTo>
                    <a:pt x="95148" y="220173"/>
                  </a:lnTo>
                  <a:lnTo>
                    <a:pt x="71007" y="257612"/>
                  </a:lnTo>
                  <a:lnTo>
                    <a:pt x="50075" y="297158"/>
                  </a:lnTo>
                  <a:lnTo>
                    <a:pt x="32538" y="338628"/>
                  </a:lnTo>
                  <a:lnTo>
                    <a:pt x="18578" y="381837"/>
                  </a:lnTo>
                  <a:lnTo>
                    <a:pt x="8379" y="426602"/>
                  </a:lnTo>
                  <a:lnTo>
                    <a:pt x="2125" y="472739"/>
                  </a:lnTo>
                  <a:lnTo>
                    <a:pt x="0" y="520064"/>
                  </a:lnTo>
                  <a:lnTo>
                    <a:pt x="0" y="1455039"/>
                  </a:lnTo>
                  <a:lnTo>
                    <a:pt x="2125" y="1502364"/>
                  </a:lnTo>
                  <a:lnTo>
                    <a:pt x="8379" y="1548501"/>
                  </a:lnTo>
                  <a:lnTo>
                    <a:pt x="18578" y="1593266"/>
                  </a:lnTo>
                  <a:lnTo>
                    <a:pt x="32538" y="1636475"/>
                  </a:lnTo>
                  <a:lnTo>
                    <a:pt x="50075" y="1677945"/>
                  </a:lnTo>
                  <a:lnTo>
                    <a:pt x="71007" y="1717491"/>
                  </a:lnTo>
                  <a:lnTo>
                    <a:pt x="95148" y="1754930"/>
                  </a:lnTo>
                  <a:lnTo>
                    <a:pt x="122317" y="1790078"/>
                  </a:lnTo>
                  <a:lnTo>
                    <a:pt x="152328" y="1822751"/>
                  </a:lnTo>
                  <a:lnTo>
                    <a:pt x="184999" y="1852765"/>
                  </a:lnTo>
                  <a:lnTo>
                    <a:pt x="220145" y="1879937"/>
                  </a:lnTo>
                  <a:lnTo>
                    <a:pt x="257584" y="1904082"/>
                  </a:lnTo>
                  <a:lnTo>
                    <a:pt x="297131" y="1925017"/>
                  </a:lnTo>
                  <a:lnTo>
                    <a:pt x="338602" y="1942558"/>
                  </a:lnTo>
                  <a:lnTo>
                    <a:pt x="381815" y="1956521"/>
                  </a:lnTo>
                  <a:lnTo>
                    <a:pt x="426586" y="1966722"/>
                  </a:lnTo>
                  <a:lnTo>
                    <a:pt x="472730" y="1972977"/>
                  </a:lnTo>
                  <a:lnTo>
                    <a:pt x="520064" y="1975103"/>
                  </a:lnTo>
                  <a:lnTo>
                    <a:pt x="5926455" y="1975103"/>
                  </a:lnTo>
                  <a:lnTo>
                    <a:pt x="5973780" y="1972977"/>
                  </a:lnTo>
                  <a:lnTo>
                    <a:pt x="6019917" y="1966722"/>
                  </a:lnTo>
                  <a:lnTo>
                    <a:pt x="6064682" y="1956521"/>
                  </a:lnTo>
                  <a:lnTo>
                    <a:pt x="6107891" y="1942558"/>
                  </a:lnTo>
                  <a:lnTo>
                    <a:pt x="6149361" y="1925017"/>
                  </a:lnTo>
                  <a:lnTo>
                    <a:pt x="6188907" y="1904082"/>
                  </a:lnTo>
                  <a:lnTo>
                    <a:pt x="6226346" y="1879937"/>
                  </a:lnTo>
                  <a:lnTo>
                    <a:pt x="6261494" y="1852765"/>
                  </a:lnTo>
                  <a:lnTo>
                    <a:pt x="6294167" y="1822751"/>
                  </a:lnTo>
                  <a:lnTo>
                    <a:pt x="6324181" y="1790078"/>
                  </a:lnTo>
                  <a:lnTo>
                    <a:pt x="6351353" y="1754930"/>
                  </a:lnTo>
                  <a:lnTo>
                    <a:pt x="6375498" y="1717491"/>
                  </a:lnTo>
                  <a:lnTo>
                    <a:pt x="6396433" y="1677945"/>
                  </a:lnTo>
                  <a:lnTo>
                    <a:pt x="6413974" y="1636475"/>
                  </a:lnTo>
                  <a:lnTo>
                    <a:pt x="6427937" y="1593266"/>
                  </a:lnTo>
                  <a:lnTo>
                    <a:pt x="6438138" y="1548501"/>
                  </a:lnTo>
                  <a:lnTo>
                    <a:pt x="6444393" y="1502364"/>
                  </a:lnTo>
                  <a:lnTo>
                    <a:pt x="6446520" y="1455039"/>
                  </a:lnTo>
                  <a:lnTo>
                    <a:pt x="6446520" y="520064"/>
                  </a:lnTo>
                  <a:lnTo>
                    <a:pt x="6444393" y="472739"/>
                  </a:lnTo>
                  <a:lnTo>
                    <a:pt x="6438138" y="426602"/>
                  </a:lnTo>
                  <a:lnTo>
                    <a:pt x="6427937" y="381837"/>
                  </a:lnTo>
                  <a:lnTo>
                    <a:pt x="6413974" y="338628"/>
                  </a:lnTo>
                  <a:lnTo>
                    <a:pt x="6396433" y="297158"/>
                  </a:lnTo>
                  <a:lnTo>
                    <a:pt x="6375498" y="257612"/>
                  </a:lnTo>
                  <a:lnTo>
                    <a:pt x="6351353" y="220173"/>
                  </a:lnTo>
                  <a:lnTo>
                    <a:pt x="6324181" y="185025"/>
                  </a:lnTo>
                  <a:lnTo>
                    <a:pt x="6294167" y="152352"/>
                  </a:lnTo>
                  <a:lnTo>
                    <a:pt x="6261494" y="122338"/>
                  </a:lnTo>
                  <a:lnTo>
                    <a:pt x="6226346" y="95166"/>
                  </a:lnTo>
                  <a:lnTo>
                    <a:pt x="6188907" y="71021"/>
                  </a:lnTo>
                  <a:lnTo>
                    <a:pt x="6149361" y="50086"/>
                  </a:lnTo>
                  <a:lnTo>
                    <a:pt x="6107891" y="32545"/>
                  </a:lnTo>
                  <a:lnTo>
                    <a:pt x="6064682" y="18582"/>
                  </a:lnTo>
                  <a:lnTo>
                    <a:pt x="6019917" y="8381"/>
                  </a:lnTo>
                  <a:lnTo>
                    <a:pt x="5973780" y="2126"/>
                  </a:lnTo>
                  <a:lnTo>
                    <a:pt x="5926455" y="0"/>
                  </a:lnTo>
                  <a:close/>
                </a:path>
              </a:pathLst>
            </a:custGeom>
            <a:solidFill>
              <a:srgbClr val="D4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3523" y="2436876"/>
              <a:ext cx="6446520" cy="1975485"/>
            </a:xfrm>
            <a:custGeom>
              <a:avLst/>
              <a:gdLst/>
              <a:ahLst/>
              <a:cxnLst/>
              <a:rect l="l" t="t" r="r" b="b"/>
              <a:pathLst>
                <a:path w="6446520" h="1975485">
                  <a:moveTo>
                    <a:pt x="0" y="520064"/>
                  </a:moveTo>
                  <a:lnTo>
                    <a:pt x="2125" y="472739"/>
                  </a:lnTo>
                  <a:lnTo>
                    <a:pt x="8379" y="426602"/>
                  </a:lnTo>
                  <a:lnTo>
                    <a:pt x="18578" y="381837"/>
                  </a:lnTo>
                  <a:lnTo>
                    <a:pt x="32538" y="338628"/>
                  </a:lnTo>
                  <a:lnTo>
                    <a:pt x="50075" y="297158"/>
                  </a:lnTo>
                  <a:lnTo>
                    <a:pt x="71007" y="257612"/>
                  </a:lnTo>
                  <a:lnTo>
                    <a:pt x="95148" y="220173"/>
                  </a:lnTo>
                  <a:lnTo>
                    <a:pt x="122317" y="185025"/>
                  </a:lnTo>
                  <a:lnTo>
                    <a:pt x="152328" y="152352"/>
                  </a:lnTo>
                  <a:lnTo>
                    <a:pt x="184999" y="122338"/>
                  </a:lnTo>
                  <a:lnTo>
                    <a:pt x="220145" y="95166"/>
                  </a:lnTo>
                  <a:lnTo>
                    <a:pt x="257584" y="71021"/>
                  </a:lnTo>
                  <a:lnTo>
                    <a:pt x="297131" y="50086"/>
                  </a:lnTo>
                  <a:lnTo>
                    <a:pt x="338602" y="32545"/>
                  </a:lnTo>
                  <a:lnTo>
                    <a:pt x="381815" y="18582"/>
                  </a:lnTo>
                  <a:lnTo>
                    <a:pt x="426586" y="8381"/>
                  </a:lnTo>
                  <a:lnTo>
                    <a:pt x="472730" y="2126"/>
                  </a:lnTo>
                  <a:lnTo>
                    <a:pt x="520064" y="0"/>
                  </a:lnTo>
                  <a:lnTo>
                    <a:pt x="5926455" y="0"/>
                  </a:lnTo>
                  <a:lnTo>
                    <a:pt x="5973780" y="2126"/>
                  </a:lnTo>
                  <a:lnTo>
                    <a:pt x="6019917" y="8381"/>
                  </a:lnTo>
                  <a:lnTo>
                    <a:pt x="6064682" y="18582"/>
                  </a:lnTo>
                  <a:lnTo>
                    <a:pt x="6107891" y="32545"/>
                  </a:lnTo>
                  <a:lnTo>
                    <a:pt x="6149361" y="50086"/>
                  </a:lnTo>
                  <a:lnTo>
                    <a:pt x="6188907" y="71021"/>
                  </a:lnTo>
                  <a:lnTo>
                    <a:pt x="6226346" y="95166"/>
                  </a:lnTo>
                  <a:lnTo>
                    <a:pt x="6261494" y="122338"/>
                  </a:lnTo>
                  <a:lnTo>
                    <a:pt x="6294167" y="152352"/>
                  </a:lnTo>
                  <a:lnTo>
                    <a:pt x="6324181" y="185025"/>
                  </a:lnTo>
                  <a:lnTo>
                    <a:pt x="6351353" y="220173"/>
                  </a:lnTo>
                  <a:lnTo>
                    <a:pt x="6375498" y="257612"/>
                  </a:lnTo>
                  <a:lnTo>
                    <a:pt x="6396433" y="297158"/>
                  </a:lnTo>
                  <a:lnTo>
                    <a:pt x="6413974" y="338628"/>
                  </a:lnTo>
                  <a:lnTo>
                    <a:pt x="6427937" y="381837"/>
                  </a:lnTo>
                  <a:lnTo>
                    <a:pt x="6438138" y="426602"/>
                  </a:lnTo>
                  <a:lnTo>
                    <a:pt x="6444393" y="472739"/>
                  </a:lnTo>
                  <a:lnTo>
                    <a:pt x="6446520" y="520064"/>
                  </a:lnTo>
                  <a:lnTo>
                    <a:pt x="6446520" y="1455039"/>
                  </a:lnTo>
                  <a:lnTo>
                    <a:pt x="6444393" y="1502364"/>
                  </a:lnTo>
                  <a:lnTo>
                    <a:pt x="6438138" y="1548501"/>
                  </a:lnTo>
                  <a:lnTo>
                    <a:pt x="6427937" y="1593266"/>
                  </a:lnTo>
                  <a:lnTo>
                    <a:pt x="6413974" y="1636475"/>
                  </a:lnTo>
                  <a:lnTo>
                    <a:pt x="6396433" y="1677945"/>
                  </a:lnTo>
                  <a:lnTo>
                    <a:pt x="6375498" y="1717491"/>
                  </a:lnTo>
                  <a:lnTo>
                    <a:pt x="6351353" y="1754930"/>
                  </a:lnTo>
                  <a:lnTo>
                    <a:pt x="6324181" y="1790078"/>
                  </a:lnTo>
                  <a:lnTo>
                    <a:pt x="6294167" y="1822751"/>
                  </a:lnTo>
                  <a:lnTo>
                    <a:pt x="6261494" y="1852765"/>
                  </a:lnTo>
                  <a:lnTo>
                    <a:pt x="6226346" y="1879937"/>
                  </a:lnTo>
                  <a:lnTo>
                    <a:pt x="6188907" y="1904082"/>
                  </a:lnTo>
                  <a:lnTo>
                    <a:pt x="6149361" y="1925017"/>
                  </a:lnTo>
                  <a:lnTo>
                    <a:pt x="6107891" y="1942558"/>
                  </a:lnTo>
                  <a:lnTo>
                    <a:pt x="6064682" y="1956521"/>
                  </a:lnTo>
                  <a:lnTo>
                    <a:pt x="6019917" y="1966722"/>
                  </a:lnTo>
                  <a:lnTo>
                    <a:pt x="5973780" y="1972977"/>
                  </a:lnTo>
                  <a:lnTo>
                    <a:pt x="5926455" y="1975103"/>
                  </a:lnTo>
                  <a:lnTo>
                    <a:pt x="520064" y="1975103"/>
                  </a:lnTo>
                  <a:lnTo>
                    <a:pt x="472730" y="1972977"/>
                  </a:lnTo>
                  <a:lnTo>
                    <a:pt x="426586" y="1966722"/>
                  </a:lnTo>
                  <a:lnTo>
                    <a:pt x="381815" y="1956521"/>
                  </a:lnTo>
                  <a:lnTo>
                    <a:pt x="338602" y="1942558"/>
                  </a:lnTo>
                  <a:lnTo>
                    <a:pt x="297131" y="1925017"/>
                  </a:lnTo>
                  <a:lnTo>
                    <a:pt x="257584" y="1904082"/>
                  </a:lnTo>
                  <a:lnTo>
                    <a:pt x="220145" y="1879937"/>
                  </a:lnTo>
                  <a:lnTo>
                    <a:pt x="184999" y="1852765"/>
                  </a:lnTo>
                  <a:lnTo>
                    <a:pt x="152328" y="1822751"/>
                  </a:lnTo>
                  <a:lnTo>
                    <a:pt x="122317" y="1790078"/>
                  </a:lnTo>
                  <a:lnTo>
                    <a:pt x="95148" y="1754930"/>
                  </a:lnTo>
                  <a:lnTo>
                    <a:pt x="71007" y="1717491"/>
                  </a:lnTo>
                  <a:lnTo>
                    <a:pt x="50075" y="1677945"/>
                  </a:lnTo>
                  <a:lnTo>
                    <a:pt x="32538" y="1636475"/>
                  </a:lnTo>
                  <a:lnTo>
                    <a:pt x="18578" y="1593266"/>
                  </a:lnTo>
                  <a:lnTo>
                    <a:pt x="8379" y="1548501"/>
                  </a:lnTo>
                  <a:lnTo>
                    <a:pt x="2125" y="1502364"/>
                  </a:lnTo>
                  <a:lnTo>
                    <a:pt x="0" y="1455039"/>
                  </a:lnTo>
                  <a:lnTo>
                    <a:pt x="0" y="520064"/>
                  </a:lnTo>
                  <a:close/>
                </a:path>
              </a:pathLst>
            </a:custGeom>
            <a:ln w="7620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425690" y="2433066"/>
            <a:ext cx="6454140" cy="1983105"/>
            <a:chOff x="7425690" y="2433066"/>
            <a:chExt cx="6454140" cy="1983105"/>
          </a:xfrm>
        </p:grpSpPr>
        <p:sp>
          <p:nvSpPr>
            <p:cNvPr id="7" name="object 7"/>
            <p:cNvSpPr/>
            <p:nvPr/>
          </p:nvSpPr>
          <p:spPr>
            <a:xfrm>
              <a:off x="7429500" y="2436876"/>
              <a:ext cx="6446520" cy="1975485"/>
            </a:xfrm>
            <a:custGeom>
              <a:avLst/>
              <a:gdLst/>
              <a:ahLst/>
              <a:cxnLst/>
              <a:rect l="l" t="t" r="r" b="b"/>
              <a:pathLst>
                <a:path w="6446519" h="1975485">
                  <a:moveTo>
                    <a:pt x="5926455" y="0"/>
                  </a:moveTo>
                  <a:lnTo>
                    <a:pt x="520065" y="0"/>
                  </a:lnTo>
                  <a:lnTo>
                    <a:pt x="472739" y="2126"/>
                  </a:lnTo>
                  <a:lnTo>
                    <a:pt x="426602" y="8381"/>
                  </a:lnTo>
                  <a:lnTo>
                    <a:pt x="381837" y="18582"/>
                  </a:lnTo>
                  <a:lnTo>
                    <a:pt x="338628" y="32545"/>
                  </a:lnTo>
                  <a:lnTo>
                    <a:pt x="297158" y="50086"/>
                  </a:lnTo>
                  <a:lnTo>
                    <a:pt x="257612" y="71021"/>
                  </a:lnTo>
                  <a:lnTo>
                    <a:pt x="220173" y="95166"/>
                  </a:lnTo>
                  <a:lnTo>
                    <a:pt x="185025" y="122338"/>
                  </a:lnTo>
                  <a:lnTo>
                    <a:pt x="152352" y="152352"/>
                  </a:lnTo>
                  <a:lnTo>
                    <a:pt x="122338" y="185025"/>
                  </a:lnTo>
                  <a:lnTo>
                    <a:pt x="95166" y="220173"/>
                  </a:lnTo>
                  <a:lnTo>
                    <a:pt x="71021" y="257612"/>
                  </a:lnTo>
                  <a:lnTo>
                    <a:pt x="50086" y="297158"/>
                  </a:lnTo>
                  <a:lnTo>
                    <a:pt x="32545" y="338628"/>
                  </a:lnTo>
                  <a:lnTo>
                    <a:pt x="18582" y="381837"/>
                  </a:lnTo>
                  <a:lnTo>
                    <a:pt x="8381" y="426602"/>
                  </a:lnTo>
                  <a:lnTo>
                    <a:pt x="2126" y="472739"/>
                  </a:lnTo>
                  <a:lnTo>
                    <a:pt x="0" y="520064"/>
                  </a:lnTo>
                  <a:lnTo>
                    <a:pt x="0" y="1455039"/>
                  </a:lnTo>
                  <a:lnTo>
                    <a:pt x="2126" y="1502364"/>
                  </a:lnTo>
                  <a:lnTo>
                    <a:pt x="8381" y="1548501"/>
                  </a:lnTo>
                  <a:lnTo>
                    <a:pt x="18582" y="1593266"/>
                  </a:lnTo>
                  <a:lnTo>
                    <a:pt x="32545" y="1636475"/>
                  </a:lnTo>
                  <a:lnTo>
                    <a:pt x="50086" y="1677945"/>
                  </a:lnTo>
                  <a:lnTo>
                    <a:pt x="71021" y="1717491"/>
                  </a:lnTo>
                  <a:lnTo>
                    <a:pt x="95166" y="1754930"/>
                  </a:lnTo>
                  <a:lnTo>
                    <a:pt x="122338" y="1790078"/>
                  </a:lnTo>
                  <a:lnTo>
                    <a:pt x="152352" y="1822751"/>
                  </a:lnTo>
                  <a:lnTo>
                    <a:pt x="185025" y="1852765"/>
                  </a:lnTo>
                  <a:lnTo>
                    <a:pt x="220173" y="1879937"/>
                  </a:lnTo>
                  <a:lnTo>
                    <a:pt x="257612" y="1904082"/>
                  </a:lnTo>
                  <a:lnTo>
                    <a:pt x="297158" y="1925017"/>
                  </a:lnTo>
                  <a:lnTo>
                    <a:pt x="338628" y="1942558"/>
                  </a:lnTo>
                  <a:lnTo>
                    <a:pt x="381837" y="1956521"/>
                  </a:lnTo>
                  <a:lnTo>
                    <a:pt x="426602" y="1966722"/>
                  </a:lnTo>
                  <a:lnTo>
                    <a:pt x="472739" y="1972977"/>
                  </a:lnTo>
                  <a:lnTo>
                    <a:pt x="520065" y="1975103"/>
                  </a:lnTo>
                  <a:lnTo>
                    <a:pt x="5926455" y="1975103"/>
                  </a:lnTo>
                  <a:lnTo>
                    <a:pt x="5973780" y="1972977"/>
                  </a:lnTo>
                  <a:lnTo>
                    <a:pt x="6019917" y="1966722"/>
                  </a:lnTo>
                  <a:lnTo>
                    <a:pt x="6064682" y="1956521"/>
                  </a:lnTo>
                  <a:lnTo>
                    <a:pt x="6107891" y="1942558"/>
                  </a:lnTo>
                  <a:lnTo>
                    <a:pt x="6149361" y="1925017"/>
                  </a:lnTo>
                  <a:lnTo>
                    <a:pt x="6188907" y="1904082"/>
                  </a:lnTo>
                  <a:lnTo>
                    <a:pt x="6226346" y="1879937"/>
                  </a:lnTo>
                  <a:lnTo>
                    <a:pt x="6261494" y="1852765"/>
                  </a:lnTo>
                  <a:lnTo>
                    <a:pt x="6294167" y="1822751"/>
                  </a:lnTo>
                  <a:lnTo>
                    <a:pt x="6324181" y="1790078"/>
                  </a:lnTo>
                  <a:lnTo>
                    <a:pt x="6351353" y="1754930"/>
                  </a:lnTo>
                  <a:lnTo>
                    <a:pt x="6375498" y="1717491"/>
                  </a:lnTo>
                  <a:lnTo>
                    <a:pt x="6396433" y="1677945"/>
                  </a:lnTo>
                  <a:lnTo>
                    <a:pt x="6413974" y="1636475"/>
                  </a:lnTo>
                  <a:lnTo>
                    <a:pt x="6427937" y="1593266"/>
                  </a:lnTo>
                  <a:lnTo>
                    <a:pt x="6438138" y="1548501"/>
                  </a:lnTo>
                  <a:lnTo>
                    <a:pt x="6444393" y="1502364"/>
                  </a:lnTo>
                  <a:lnTo>
                    <a:pt x="6446519" y="1455039"/>
                  </a:lnTo>
                  <a:lnTo>
                    <a:pt x="6446519" y="520064"/>
                  </a:lnTo>
                  <a:lnTo>
                    <a:pt x="6444393" y="472739"/>
                  </a:lnTo>
                  <a:lnTo>
                    <a:pt x="6438138" y="426602"/>
                  </a:lnTo>
                  <a:lnTo>
                    <a:pt x="6427937" y="381837"/>
                  </a:lnTo>
                  <a:lnTo>
                    <a:pt x="6413974" y="338628"/>
                  </a:lnTo>
                  <a:lnTo>
                    <a:pt x="6396433" y="297158"/>
                  </a:lnTo>
                  <a:lnTo>
                    <a:pt x="6375498" y="257612"/>
                  </a:lnTo>
                  <a:lnTo>
                    <a:pt x="6351353" y="220173"/>
                  </a:lnTo>
                  <a:lnTo>
                    <a:pt x="6324181" y="185025"/>
                  </a:lnTo>
                  <a:lnTo>
                    <a:pt x="6294167" y="152352"/>
                  </a:lnTo>
                  <a:lnTo>
                    <a:pt x="6261494" y="122338"/>
                  </a:lnTo>
                  <a:lnTo>
                    <a:pt x="6226346" y="95166"/>
                  </a:lnTo>
                  <a:lnTo>
                    <a:pt x="6188907" y="71021"/>
                  </a:lnTo>
                  <a:lnTo>
                    <a:pt x="6149361" y="50086"/>
                  </a:lnTo>
                  <a:lnTo>
                    <a:pt x="6107891" y="32545"/>
                  </a:lnTo>
                  <a:lnTo>
                    <a:pt x="6064682" y="18582"/>
                  </a:lnTo>
                  <a:lnTo>
                    <a:pt x="6019917" y="8381"/>
                  </a:lnTo>
                  <a:lnTo>
                    <a:pt x="5973780" y="2126"/>
                  </a:lnTo>
                  <a:lnTo>
                    <a:pt x="5926455" y="0"/>
                  </a:lnTo>
                  <a:close/>
                </a:path>
              </a:pathLst>
            </a:custGeom>
            <a:solidFill>
              <a:srgbClr val="D4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29500" y="2436876"/>
              <a:ext cx="6446520" cy="1975485"/>
            </a:xfrm>
            <a:custGeom>
              <a:avLst/>
              <a:gdLst/>
              <a:ahLst/>
              <a:cxnLst/>
              <a:rect l="l" t="t" r="r" b="b"/>
              <a:pathLst>
                <a:path w="6446519" h="1975485">
                  <a:moveTo>
                    <a:pt x="0" y="520064"/>
                  </a:moveTo>
                  <a:lnTo>
                    <a:pt x="2126" y="472739"/>
                  </a:lnTo>
                  <a:lnTo>
                    <a:pt x="8381" y="426602"/>
                  </a:lnTo>
                  <a:lnTo>
                    <a:pt x="18582" y="381837"/>
                  </a:lnTo>
                  <a:lnTo>
                    <a:pt x="32545" y="338628"/>
                  </a:lnTo>
                  <a:lnTo>
                    <a:pt x="50086" y="297158"/>
                  </a:lnTo>
                  <a:lnTo>
                    <a:pt x="71021" y="257612"/>
                  </a:lnTo>
                  <a:lnTo>
                    <a:pt x="95166" y="220173"/>
                  </a:lnTo>
                  <a:lnTo>
                    <a:pt x="122338" y="185025"/>
                  </a:lnTo>
                  <a:lnTo>
                    <a:pt x="152352" y="152352"/>
                  </a:lnTo>
                  <a:lnTo>
                    <a:pt x="185025" y="122338"/>
                  </a:lnTo>
                  <a:lnTo>
                    <a:pt x="220173" y="95166"/>
                  </a:lnTo>
                  <a:lnTo>
                    <a:pt x="257612" y="71021"/>
                  </a:lnTo>
                  <a:lnTo>
                    <a:pt x="297158" y="50086"/>
                  </a:lnTo>
                  <a:lnTo>
                    <a:pt x="338628" y="32545"/>
                  </a:lnTo>
                  <a:lnTo>
                    <a:pt x="381837" y="18582"/>
                  </a:lnTo>
                  <a:lnTo>
                    <a:pt x="426602" y="8381"/>
                  </a:lnTo>
                  <a:lnTo>
                    <a:pt x="472739" y="2126"/>
                  </a:lnTo>
                  <a:lnTo>
                    <a:pt x="520065" y="0"/>
                  </a:lnTo>
                  <a:lnTo>
                    <a:pt x="5926455" y="0"/>
                  </a:lnTo>
                  <a:lnTo>
                    <a:pt x="5973780" y="2126"/>
                  </a:lnTo>
                  <a:lnTo>
                    <a:pt x="6019917" y="8381"/>
                  </a:lnTo>
                  <a:lnTo>
                    <a:pt x="6064682" y="18582"/>
                  </a:lnTo>
                  <a:lnTo>
                    <a:pt x="6107891" y="32545"/>
                  </a:lnTo>
                  <a:lnTo>
                    <a:pt x="6149361" y="50086"/>
                  </a:lnTo>
                  <a:lnTo>
                    <a:pt x="6188907" y="71021"/>
                  </a:lnTo>
                  <a:lnTo>
                    <a:pt x="6226346" y="95166"/>
                  </a:lnTo>
                  <a:lnTo>
                    <a:pt x="6261494" y="122338"/>
                  </a:lnTo>
                  <a:lnTo>
                    <a:pt x="6294167" y="152352"/>
                  </a:lnTo>
                  <a:lnTo>
                    <a:pt x="6324181" y="185025"/>
                  </a:lnTo>
                  <a:lnTo>
                    <a:pt x="6351353" y="220173"/>
                  </a:lnTo>
                  <a:lnTo>
                    <a:pt x="6375498" y="257612"/>
                  </a:lnTo>
                  <a:lnTo>
                    <a:pt x="6396433" y="297158"/>
                  </a:lnTo>
                  <a:lnTo>
                    <a:pt x="6413974" y="338628"/>
                  </a:lnTo>
                  <a:lnTo>
                    <a:pt x="6427937" y="381837"/>
                  </a:lnTo>
                  <a:lnTo>
                    <a:pt x="6438138" y="426602"/>
                  </a:lnTo>
                  <a:lnTo>
                    <a:pt x="6444393" y="472739"/>
                  </a:lnTo>
                  <a:lnTo>
                    <a:pt x="6446519" y="520064"/>
                  </a:lnTo>
                  <a:lnTo>
                    <a:pt x="6446519" y="1455039"/>
                  </a:lnTo>
                  <a:lnTo>
                    <a:pt x="6444393" y="1502364"/>
                  </a:lnTo>
                  <a:lnTo>
                    <a:pt x="6438138" y="1548501"/>
                  </a:lnTo>
                  <a:lnTo>
                    <a:pt x="6427937" y="1593266"/>
                  </a:lnTo>
                  <a:lnTo>
                    <a:pt x="6413974" y="1636475"/>
                  </a:lnTo>
                  <a:lnTo>
                    <a:pt x="6396433" y="1677945"/>
                  </a:lnTo>
                  <a:lnTo>
                    <a:pt x="6375498" y="1717491"/>
                  </a:lnTo>
                  <a:lnTo>
                    <a:pt x="6351353" y="1754930"/>
                  </a:lnTo>
                  <a:lnTo>
                    <a:pt x="6324181" y="1790078"/>
                  </a:lnTo>
                  <a:lnTo>
                    <a:pt x="6294167" y="1822751"/>
                  </a:lnTo>
                  <a:lnTo>
                    <a:pt x="6261494" y="1852765"/>
                  </a:lnTo>
                  <a:lnTo>
                    <a:pt x="6226346" y="1879937"/>
                  </a:lnTo>
                  <a:lnTo>
                    <a:pt x="6188907" y="1904082"/>
                  </a:lnTo>
                  <a:lnTo>
                    <a:pt x="6149361" y="1925017"/>
                  </a:lnTo>
                  <a:lnTo>
                    <a:pt x="6107891" y="1942558"/>
                  </a:lnTo>
                  <a:lnTo>
                    <a:pt x="6064682" y="1956521"/>
                  </a:lnTo>
                  <a:lnTo>
                    <a:pt x="6019917" y="1966722"/>
                  </a:lnTo>
                  <a:lnTo>
                    <a:pt x="5973780" y="1972977"/>
                  </a:lnTo>
                  <a:lnTo>
                    <a:pt x="5926455" y="1975103"/>
                  </a:lnTo>
                  <a:lnTo>
                    <a:pt x="520065" y="1975103"/>
                  </a:lnTo>
                  <a:lnTo>
                    <a:pt x="472739" y="1972977"/>
                  </a:lnTo>
                  <a:lnTo>
                    <a:pt x="426602" y="1966722"/>
                  </a:lnTo>
                  <a:lnTo>
                    <a:pt x="381837" y="1956521"/>
                  </a:lnTo>
                  <a:lnTo>
                    <a:pt x="338628" y="1942558"/>
                  </a:lnTo>
                  <a:lnTo>
                    <a:pt x="297158" y="1925017"/>
                  </a:lnTo>
                  <a:lnTo>
                    <a:pt x="257612" y="1904082"/>
                  </a:lnTo>
                  <a:lnTo>
                    <a:pt x="220173" y="1879937"/>
                  </a:lnTo>
                  <a:lnTo>
                    <a:pt x="185025" y="1852765"/>
                  </a:lnTo>
                  <a:lnTo>
                    <a:pt x="152352" y="1822751"/>
                  </a:lnTo>
                  <a:lnTo>
                    <a:pt x="122338" y="1790078"/>
                  </a:lnTo>
                  <a:lnTo>
                    <a:pt x="95166" y="1754930"/>
                  </a:lnTo>
                  <a:lnTo>
                    <a:pt x="71021" y="1717491"/>
                  </a:lnTo>
                  <a:lnTo>
                    <a:pt x="50086" y="1677945"/>
                  </a:lnTo>
                  <a:lnTo>
                    <a:pt x="32545" y="1636475"/>
                  </a:lnTo>
                  <a:lnTo>
                    <a:pt x="18582" y="1593266"/>
                  </a:lnTo>
                  <a:lnTo>
                    <a:pt x="8381" y="1548501"/>
                  </a:lnTo>
                  <a:lnTo>
                    <a:pt x="2126" y="1502364"/>
                  </a:lnTo>
                  <a:lnTo>
                    <a:pt x="0" y="1455039"/>
                  </a:lnTo>
                  <a:lnTo>
                    <a:pt x="0" y="520064"/>
                  </a:lnTo>
                  <a:close/>
                </a:path>
              </a:pathLst>
            </a:custGeom>
            <a:ln w="7619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759713" y="4627626"/>
            <a:ext cx="6454140" cy="2321560"/>
            <a:chOff x="759713" y="4627626"/>
            <a:chExt cx="6454140" cy="2321560"/>
          </a:xfrm>
        </p:grpSpPr>
        <p:sp>
          <p:nvSpPr>
            <p:cNvPr id="10" name="object 10"/>
            <p:cNvSpPr/>
            <p:nvPr/>
          </p:nvSpPr>
          <p:spPr>
            <a:xfrm>
              <a:off x="763523" y="4631436"/>
              <a:ext cx="6446520" cy="2313940"/>
            </a:xfrm>
            <a:custGeom>
              <a:avLst/>
              <a:gdLst/>
              <a:ahLst/>
              <a:cxnLst/>
              <a:rect l="l" t="t" r="r" b="b"/>
              <a:pathLst>
                <a:path w="6446520" h="2313940">
                  <a:moveTo>
                    <a:pt x="5928359" y="0"/>
                  </a:moveTo>
                  <a:lnTo>
                    <a:pt x="518160" y="0"/>
                  </a:lnTo>
                  <a:lnTo>
                    <a:pt x="471001" y="2117"/>
                  </a:lnTo>
                  <a:lnTo>
                    <a:pt x="425027" y="8349"/>
                  </a:lnTo>
                  <a:lnTo>
                    <a:pt x="380422" y="18512"/>
                  </a:lnTo>
                  <a:lnTo>
                    <a:pt x="337368" y="32422"/>
                  </a:lnTo>
                  <a:lnTo>
                    <a:pt x="296049" y="49896"/>
                  </a:lnTo>
                  <a:lnTo>
                    <a:pt x="256647" y="70753"/>
                  </a:lnTo>
                  <a:lnTo>
                    <a:pt x="219345" y="94807"/>
                  </a:lnTo>
                  <a:lnTo>
                    <a:pt x="184327" y="121878"/>
                  </a:lnTo>
                  <a:lnTo>
                    <a:pt x="151776" y="151780"/>
                  </a:lnTo>
                  <a:lnTo>
                    <a:pt x="121874" y="184332"/>
                  </a:lnTo>
                  <a:lnTo>
                    <a:pt x="94804" y="219351"/>
                  </a:lnTo>
                  <a:lnTo>
                    <a:pt x="70750" y="256652"/>
                  </a:lnTo>
                  <a:lnTo>
                    <a:pt x="49894" y="296054"/>
                  </a:lnTo>
                  <a:lnTo>
                    <a:pt x="32420" y="337373"/>
                  </a:lnTo>
                  <a:lnTo>
                    <a:pt x="18511" y="380426"/>
                  </a:lnTo>
                  <a:lnTo>
                    <a:pt x="8349" y="425030"/>
                  </a:lnTo>
                  <a:lnTo>
                    <a:pt x="2117" y="471002"/>
                  </a:lnTo>
                  <a:lnTo>
                    <a:pt x="0" y="518159"/>
                  </a:lnTo>
                  <a:lnTo>
                    <a:pt x="0" y="1795271"/>
                  </a:lnTo>
                  <a:lnTo>
                    <a:pt x="2117" y="1842429"/>
                  </a:lnTo>
                  <a:lnTo>
                    <a:pt x="8349" y="1888401"/>
                  </a:lnTo>
                  <a:lnTo>
                    <a:pt x="18511" y="1933005"/>
                  </a:lnTo>
                  <a:lnTo>
                    <a:pt x="32420" y="1976058"/>
                  </a:lnTo>
                  <a:lnTo>
                    <a:pt x="49894" y="2017377"/>
                  </a:lnTo>
                  <a:lnTo>
                    <a:pt x="70750" y="2056779"/>
                  </a:lnTo>
                  <a:lnTo>
                    <a:pt x="94804" y="2094080"/>
                  </a:lnTo>
                  <a:lnTo>
                    <a:pt x="121874" y="2129099"/>
                  </a:lnTo>
                  <a:lnTo>
                    <a:pt x="151776" y="2161651"/>
                  </a:lnTo>
                  <a:lnTo>
                    <a:pt x="184327" y="2191553"/>
                  </a:lnTo>
                  <a:lnTo>
                    <a:pt x="219345" y="2218624"/>
                  </a:lnTo>
                  <a:lnTo>
                    <a:pt x="256647" y="2242678"/>
                  </a:lnTo>
                  <a:lnTo>
                    <a:pt x="296049" y="2263535"/>
                  </a:lnTo>
                  <a:lnTo>
                    <a:pt x="337368" y="2281009"/>
                  </a:lnTo>
                  <a:lnTo>
                    <a:pt x="380422" y="2294919"/>
                  </a:lnTo>
                  <a:lnTo>
                    <a:pt x="425027" y="2305082"/>
                  </a:lnTo>
                  <a:lnTo>
                    <a:pt x="471001" y="2311314"/>
                  </a:lnTo>
                  <a:lnTo>
                    <a:pt x="518160" y="2313432"/>
                  </a:lnTo>
                  <a:lnTo>
                    <a:pt x="5928359" y="2313432"/>
                  </a:lnTo>
                  <a:lnTo>
                    <a:pt x="5975517" y="2311314"/>
                  </a:lnTo>
                  <a:lnTo>
                    <a:pt x="6021489" y="2305082"/>
                  </a:lnTo>
                  <a:lnTo>
                    <a:pt x="6066093" y="2294919"/>
                  </a:lnTo>
                  <a:lnTo>
                    <a:pt x="6109146" y="2281009"/>
                  </a:lnTo>
                  <a:lnTo>
                    <a:pt x="6150465" y="2263535"/>
                  </a:lnTo>
                  <a:lnTo>
                    <a:pt x="6189867" y="2242678"/>
                  </a:lnTo>
                  <a:lnTo>
                    <a:pt x="6227168" y="2218624"/>
                  </a:lnTo>
                  <a:lnTo>
                    <a:pt x="6262187" y="2191553"/>
                  </a:lnTo>
                  <a:lnTo>
                    <a:pt x="6294739" y="2161651"/>
                  </a:lnTo>
                  <a:lnTo>
                    <a:pt x="6324641" y="2129099"/>
                  </a:lnTo>
                  <a:lnTo>
                    <a:pt x="6351712" y="2094080"/>
                  </a:lnTo>
                  <a:lnTo>
                    <a:pt x="6375766" y="2056779"/>
                  </a:lnTo>
                  <a:lnTo>
                    <a:pt x="6396623" y="2017377"/>
                  </a:lnTo>
                  <a:lnTo>
                    <a:pt x="6414097" y="1976058"/>
                  </a:lnTo>
                  <a:lnTo>
                    <a:pt x="6428007" y="1933005"/>
                  </a:lnTo>
                  <a:lnTo>
                    <a:pt x="6438170" y="1888401"/>
                  </a:lnTo>
                  <a:lnTo>
                    <a:pt x="6444402" y="1842429"/>
                  </a:lnTo>
                  <a:lnTo>
                    <a:pt x="6446520" y="1795271"/>
                  </a:lnTo>
                  <a:lnTo>
                    <a:pt x="6446520" y="518159"/>
                  </a:lnTo>
                  <a:lnTo>
                    <a:pt x="6444402" y="471002"/>
                  </a:lnTo>
                  <a:lnTo>
                    <a:pt x="6438170" y="425030"/>
                  </a:lnTo>
                  <a:lnTo>
                    <a:pt x="6428007" y="380426"/>
                  </a:lnTo>
                  <a:lnTo>
                    <a:pt x="6414097" y="337373"/>
                  </a:lnTo>
                  <a:lnTo>
                    <a:pt x="6396623" y="296054"/>
                  </a:lnTo>
                  <a:lnTo>
                    <a:pt x="6375766" y="256652"/>
                  </a:lnTo>
                  <a:lnTo>
                    <a:pt x="6351712" y="219351"/>
                  </a:lnTo>
                  <a:lnTo>
                    <a:pt x="6324641" y="184332"/>
                  </a:lnTo>
                  <a:lnTo>
                    <a:pt x="6294739" y="151780"/>
                  </a:lnTo>
                  <a:lnTo>
                    <a:pt x="6262187" y="121878"/>
                  </a:lnTo>
                  <a:lnTo>
                    <a:pt x="6227168" y="94807"/>
                  </a:lnTo>
                  <a:lnTo>
                    <a:pt x="6189867" y="70753"/>
                  </a:lnTo>
                  <a:lnTo>
                    <a:pt x="6150465" y="49896"/>
                  </a:lnTo>
                  <a:lnTo>
                    <a:pt x="6109146" y="32422"/>
                  </a:lnTo>
                  <a:lnTo>
                    <a:pt x="6066093" y="18512"/>
                  </a:lnTo>
                  <a:lnTo>
                    <a:pt x="6021489" y="8349"/>
                  </a:lnTo>
                  <a:lnTo>
                    <a:pt x="5975517" y="2117"/>
                  </a:lnTo>
                  <a:lnTo>
                    <a:pt x="5928359" y="0"/>
                  </a:lnTo>
                  <a:close/>
                </a:path>
              </a:pathLst>
            </a:custGeom>
            <a:solidFill>
              <a:srgbClr val="D4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3523" y="4631436"/>
              <a:ext cx="6446520" cy="2313940"/>
            </a:xfrm>
            <a:custGeom>
              <a:avLst/>
              <a:gdLst/>
              <a:ahLst/>
              <a:cxnLst/>
              <a:rect l="l" t="t" r="r" b="b"/>
              <a:pathLst>
                <a:path w="6446520" h="2313940">
                  <a:moveTo>
                    <a:pt x="0" y="518159"/>
                  </a:moveTo>
                  <a:lnTo>
                    <a:pt x="2117" y="471002"/>
                  </a:lnTo>
                  <a:lnTo>
                    <a:pt x="8349" y="425030"/>
                  </a:lnTo>
                  <a:lnTo>
                    <a:pt x="18511" y="380426"/>
                  </a:lnTo>
                  <a:lnTo>
                    <a:pt x="32420" y="337373"/>
                  </a:lnTo>
                  <a:lnTo>
                    <a:pt x="49894" y="296054"/>
                  </a:lnTo>
                  <a:lnTo>
                    <a:pt x="70750" y="256652"/>
                  </a:lnTo>
                  <a:lnTo>
                    <a:pt x="94804" y="219351"/>
                  </a:lnTo>
                  <a:lnTo>
                    <a:pt x="121874" y="184332"/>
                  </a:lnTo>
                  <a:lnTo>
                    <a:pt x="151776" y="151780"/>
                  </a:lnTo>
                  <a:lnTo>
                    <a:pt x="184327" y="121878"/>
                  </a:lnTo>
                  <a:lnTo>
                    <a:pt x="219345" y="94807"/>
                  </a:lnTo>
                  <a:lnTo>
                    <a:pt x="256647" y="70753"/>
                  </a:lnTo>
                  <a:lnTo>
                    <a:pt x="296049" y="49896"/>
                  </a:lnTo>
                  <a:lnTo>
                    <a:pt x="337368" y="32422"/>
                  </a:lnTo>
                  <a:lnTo>
                    <a:pt x="380422" y="18512"/>
                  </a:lnTo>
                  <a:lnTo>
                    <a:pt x="425027" y="8349"/>
                  </a:lnTo>
                  <a:lnTo>
                    <a:pt x="471001" y="2117"/>
                  </a:lnTo>
                  <a:lnTo>
                    <a:pt x="518160" y="0"/>
                  </a:lnTo>
                  <a:lnTo>
                    <a:pt x="5928359" y="0"/>
                  </a:lnTo>
                  <a:lnTo>
                    <a:pt x="5975517" y="2117"/>
                  </a:lnTo>
                  <a:lnTo>
                    <a:pt x="6021489" y="8349"/>
                  </a:lnTo>
                  <a:lnTo>
                    <a:pt x="6066093" y="18512"/>
                  </a:lnTo>
                  <a:lnTo>
                    <a:pt x="6109146" y="32422"/>
                  </a:lnTo>
                  <a:lnTo>
                    <a:pt x="6150465" y="49896"/>
                  </a:lnTo>
                  <a:lnTo>
                    <a:pt x="6189867" y="70753"/>
                  </a:lnTo>
                  <a:lnTo>
                    <a:pt x="6227168" y="94807"/>
                  </a:lnTo>
                  <a:lnTo>
                    <a:pt x="6262187" y="121878"/>
                  </a:lnTo>
                  <a:lnTo>
                    <a:pt x="6294739" y="151780"/>
                  </a:lnTo>
                  <a:lnTo>
                    <a:pt x="6324641" y="184332"/>
                  </a:lnTo>
                  <a:lnTo>
                    <a:pt x="6351712" y="219351"/>
                  </a:lnTo>
                  <a:lnTo>
                    <a:pt x="6375766" y="256652"/>
                  </a:lnTo>
                  <a:lnTo>
                    <a:pt x="6396623" y="296054"/>
                  </a:lnTo>
                  <a:lnTo>
                    <a:pt x="6414097" y="337373"/>
                  </a:lnTo>
                  <a:lnTo>
                    <a:pt x="6428007" y="380426"/>
                  </a:lnTo>
                  <a:lnTo>
                    <a:pt x="6438170" y="425030"/>
                  </a:lnTo>
                  <a:lnTo>
                    <a:pt x="6444402" y="471002"/>
                  </a:lnTo>
                  <a:lnTo>
                    <a:pt x="6446520" y="518159"/>
                  </a:lnTo>
                  <a:lnTo>
                    <a:pt x="6446520" y="1795271"/>
                  </a:lnTo>
                  <a:lnTo>
                    <a:pt x="6444402" y="1842429"/>
                  </a:lnTo>
                  <a:lnTo>
                    <a:pt x="6438170" y="1888401"/>
                  </a:lnTo>
                  <a:lnTo>
                    <a:pt x="6428007" y="1933005"/>
                  </a:lnTo>
                  <a:lnTo>
                    <a:pt x="6414097" y="1976058"/>
                  </a:lnTo>
                  <a:lnTo>
                    <a:pt x="6396623" y="2017377"/>
                  </a:lnTo>
                  <a:lnTo>
                    <a:pt x="6375766" y="2056779"/>
                  </a:lnTo>
                  <a:lnTo>
                    <a:pt x="6351712" y="2094080"/>
                  </a:lnTo>
                  <a:lnTo>
                    <a:pt x="6324641" y="2129099"/>
                  </a:lnTo>
                  <a:lnTo>
                    <a:pt x="6294739" y="2161651"/>
                  </a:lnTo>
                  <a:lnTo>
                    <a:pt x="6262187" y="2191553"/>
                  </a:lnTo>
                  <a:lnTo>
                    <a:pt x="6227168" y="2218624"/>
                  </a:lnTo>
                  <a:lnTo>
                    <a:pt x="6189867" y="2242678"/>
                  </a:lnTo>
                  <a:lnTo>
                    <a:pt x="6150465" y="2263535"/>
                  </a:lnTo>
                  <a:lnTo>
                    <a:pt x="6109146" y="2281009"/>
                  </a:lnTo>
                  <a:lnTo>
                    <a:pt x="6066093" y="2294919"/>
                  </a:lnTo>
                  <a:lnTo>
                    <a:pt x="6021489" y="2305082"/>
                  </a:lnTo>
                  <a:lnTo>
                    <a:pt x="5975517" y="2311314"/>
                  </a:lnTo>
                  <a:lnTo>
                    <a:pt x="5928359" y="2313432"/>
                  </a:lnTo>
                  <a:lnTo>
                    <a:pt x="518160" y="2313432"/>
                  </a:lnTo>
                  <a:lnTo>
                    <a:pt x="471001" y="2311314"/>
                  </a:lnTo>
                  <a:lnTo>
                    <a:pt x="425027" y="2305082"/>
                  </a:lnTo>
                  <a:lnTo>
                    <a:pt x="380422" y="2294919"/>
                  </a:lnTo>
                  <a:lnTo>
                    <a:pt x="337368" y="2281009"/>
                  </a:lnTo>
                  <a:lnTo>
                    <a:pt x="296049" y="2263535"/>
                  </a:lnTo>
                  <a:lnTo>
                    <a:pt x="256647" y="2242678"/>
                  </a:lnTo>
                  <a:lnTo>
                    <a:pt x="219345" y="2218624"/>
                  </a:lnTo>
                  <a:lnTo>
                    <a:pt x="184327" y="2191553"/>
                  </a:lnTo>
                  <a:lnTo>
                    <a:pt x="151776" y="2161651"/>
                  </a:lnTo>
                  <a:lnTo>
                    <a:pt x="121874" y="2129099"/>
                  </a:lnTo>
                  <a:lnTo>
                    <a:pt x="94804" y="2094080"/>
                  </a:lnTo>
                  <a:lnTo>
                    <a:pt x="70750" y="2056779"/>
                  </a:lnTo>
                  <a:lnTo>
                    <a:pt x="49894" y="2017377"/>
                  </a:lnTo>
                  <a:lnTo>
                    <a:pt x="32420" y="1976058"/>
                  </a:lnTo>
                  <a:lnTo>
                    <a:pt x="18511" y="1933005"/>
                  </a:lnTo>
                  <a:lnTo>
                    <a:pt x="8349" y="1888401"/>
                  </a:lnTo>
                  <a:lnTo>
                    <a:pt x="2117" y="1842429"/>
                  </a:lnTo>
                  <a:lnTo>
                    <a:pt x="0" y="1795271"/>
                  </a:lnTo>
                  <a:lnTo>
                    <a:pt x="0" y="518159"/>
                  </a:lnTo>
                  <a:close/>
                </a:path>
              </a:pathLst>
            </a:custGeom>
            <a:ln w="7620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70432" y="2618549"/>
            <a:ext cx="5946775" cy="40697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b="1" spc="-105" dirty="0">
                <a:solidFill>
                  <a:srgbClr val="3A3535"/>
                </a:solidFill>
                <a:latin typeface="Trebuchet MS"/>
                <a:cs typeface="Trebuchet MS"/>
              </a:rPr>
              <a:t>Live</a:t>
            </a:r>
            <a:r>
              <a:rPr sz="2350" b="1" spc="-15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3A3535"/>
                </a:solidFill>
                <a:latin typeface="Trebuchet MS"/>
                <a:cs typeface="Trebuchet MS"/>
              </a:rPr>
              <a:t>Visual</a:t>
            </a:r>
            <a:r>
              <a:rPr sz="2350" b="1" spc="-16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3A3535"/>
                </a:solidFill>
                <a:latin typeface="Trebuchet MS"/>
                <a:cs typeface="Trebuchet MS"/>
              </a:rPr>
              <a:t>Feedback</a:t>
            </a:r>
            <a:endParaRPr sz="2350">
              <a:latin typeface="Trebuchet MS"/>
              <a:cs typeface="Trebuchet MS"/>
            </a:endParaRPr>
          </a:p>
          <a:p>
            <a:pPr marL="12700" marR="5080">
              <a:lnSpc>
                <a:spcPct val="125099"/>
              </a:lnSpc>
              <a:spcBef>
                <a:spcPts val="875"/>
              </a:spcBef>
            </a:pPr>
            <a:r>
              <a:rPr sz="1800" spc="-40" dirty="0">
                <a:solidFill>
                  <a:srgbClr val="3A3535"/>
                </a:solidFill>
                <a:latin typeface="Verdana"/>
                <a:cs typeface="Verdana"/>
              </a:rPr>
              <a:t>The</a:t>
            </a:r>
            <a:r>
              <a:rPr sz="1800" spc="-17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interface</a:t>
            </a:r>
            <a:r>
              <a:rPr sz="1800" spc="-17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A3535"/>
                </a:solidFill>
                <a:latin typeface="Verdana"/>
                <a:cs typeface="Verdana"/>
              </a:rPr>
              <a:t>displays</a:t>
            </a:r>
            <a:r>
              <a:rPr sz="1800" spc="-24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3A3535"/>
                </a:solidFill>
                <a:latin typeface="Verdana"/>
                <a:cs typeface="Verdana"/>
              </a:rPr>
              <a:t>a</a:t>
            </a:r>
            <a:r>
              <a:rPr sz="1800" spc="-16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3A3535"/>
                </a:solidFill>
                <a:latin typeface="Verdana"/>
                <a:cs typeface="Verdana"/>
              </a:rPr>
              <a:t>live</a:t>
            </a:r>
            <a:r>
              <a:rPr sz="1800" spc="-17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A3535"/>
                </a:solidFill>
                <a:latin typeface="Verdana"/>
                <a:cs typeface="Verdana"/>
              </a:rPr>
              <a:t>camera</a:t>
            </a:r>
            <a:r>
              <a:rPr sz="1800" spc="-16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feed</a:t>
            </a:r>
            <a:r>
              <a:rPr sz="1800" spc="-16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3A3535"/>
                </a:solidFill>
                <a:latin typeface="Verdana"/>
                <a:cs typeface="Verdana"/>
              </a:rPr>
              <a:t>where</a:t>
            </a:r>
            <a:r>
              <a:rPr sz="1800" spc="-17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users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can</a:t>
            </a:r>
            <a:r>
              <a:rPr sz="1800" spc="-14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see</a:t>
            </a:r>
            <a:r>
              <a:rPr sz="1800" spc="-18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the</a:t>
            </a:r>
            <a:r>
              <a:rPr sz="1800" spc="-17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3A3535"/>
                </a:solidFill>
                <a:latin typeface="Verdana"/>
                <a:cs typeface="Verdana"/>
              </a:rPr>
              <a:t>"</a:t>
            </a:r>
            <a:r>
              <a:rPr sz="1800" b="1" spc="-30" dirty="0">
                <a:solidFill>
                  <a:srgbClr val="3A3535"/>
                </a:solidFill>
                <a:latin typeface="Trebuchet MS"/>
                <a:cs typeface="Trebuchet MS"/>
              </a:rPr>
              <a:t>Good</a:t>
            </a:r>
            <a:r>
              <a:rPr sz="1800" b="1" spc="-19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b="1" spc="-60" dirty="0">
                <a:solidFill>
                  <a:srgbClr val="3A3535"/>
                </a:solidFill>
                <a:latin typeface="Trebuchet MS"/>
                <a:cs typeface="Trebuchet MS"/>
              </a:rPr>
              <a:t>Detection</a:t>
            </a:r>
            <a:r>
              <a:rPr sz="1800" spc="-60" dirty="0">
                <a:solidFill>
                  <a:srgbClr val="3A3535"/>
                </a:solidFill>
                <a:latin typeface="Verdana"/>
                <a:cs typeface="Verdana"/>
              </a:rPr>
              <a:t>"</a:t>
            </a:r>
            <a:r>
              <a:rPr sz="1800" spc="-20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A3535"/>
                </a:solidFill>
                <a:latin typeface="Verdana"/>
                <a:cs typeface="Verdana"/>
              </a:rPr>
              <a:t>status</a:t>
            </a:r>
            <a:r>
              <a:rPr sz="1800" spc="-16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A3535"/>
                </a:solidFill>
                <a:latin typeface="Verdana"/>
                <a:cs typeface="Verdana"/>
              </a:rPr>
              <a:t>and</a:t>
            </a:r>
            <a:r>
              <a:rPr sz="1800" spc="-16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the</a:t>
            </a:r>
            <a:r>
              <a:rPr sz="1800" spc="-17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specific </a:t>
            </a:r>
            <a:r>
              <a:rPr sz="1800" spc="-55" dirty="0">
                <a:solidFill>
                  <a:srgbClr val="3A3535"/>
                </a:solidFill>
                <a:latin typeface="Verdana"/>
                <a:cs typeface="Verdana"/>
              </a:rPr>
              <a:t>landmarks</a:t>
            </a:r>
            <a:r>
              <a:rPr sz="1800" spc="-24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3A3535"/>
                </a:solidFill>
                <a:latin typeface="Verdana"/>
                <a:cs typeface="Verdana"/>
              </a:rPr>
              <a:t>on</a:t>
            </a:r>
            <a:r>
              <a:rPr sz="1800" spc="-21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A3535"/>
                </a:solidFill>
                <a:latin typeface="Verdana"/>
                <a:cs typeface="Verdana"/>
              </a:rPr>
              <a:t>their</a:t>
            </a:r>
            <a:r>
              <a:rPr sz="1800" spc="-15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A3535"/>
                </a:solidFill>
                <a:latin typeface="Verdana"/>
                <a:cs typeface="Verdana"/>
              </a:rPr>
              <a:t>hand.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350" b="1" spc="-50" dirty="0">
                <a:solidFill>
                  <a:srgbClr val="3A3535"/>
                </a:solidFill>
                <a:latin typeface="Trebuchet MS"/>
                <a:cs typeface="Trebuchet MS"/>
              </a:rPr>
              <a:t>Performance</a:t>
            </a:r>
            <a:r>
              <a:rPr sz="2350" b="1" spc="-14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3A3535"/>
                </a:solidFill>
                <a:latin typeface="Trebuchet MS"/>
                <a:cs typeface="Trebuchet MS"/>
              </a:rPr>
              <a:t>Metrics</a:t>
            </a:r>
            <a:endParaRPr sz="2350">
              <a:latin typeface="Trebuchet MS"/>
              <a:cs typeface="Trebuchet MS"/>
            </a:endParaRPr>
          </a:p>
          <a:p>
            <a:pPr marL="12700" marR="342900">
              <a:lnSpc>
                <a:spcPct val="125699"/>
              </a:lnSpc>
              <a:spcBef>
                <a:spcPts val="860"/>
              </a:spcBef>
            </a:pPr>
            <a:r>
              <a:rPr sz="1800" spc="-40" dirty="0">
                <a:solidFill>
                  <a:srgbClr val="3A3535"/>
                </a:solidFill>
                <a:latin typeface="Verdana"/>
                <a:cs typeface="Verdana"/>
              </a:rPr>
              <a:t>The</a:t>
            </a:r>
            <a:r>
              <a:rPr sz="1800" spc="-16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dashboard</a:t>
            </a:r>
            <a:r>
              <a:rPr sz="1800" spc="-14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3A3535"/>
                </a:solidFill>
                <a:latin typeface="Verdana"/>
                <a:cs typeface="Verdana"/>
              </a:rPr>
              <a:t>tracks</a:t>
            </a:r>
            <a:r>
              <a:rPr sz="1800" spc="-229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3A3535"/>
                </a:solidFill>
                <a:latin typeface="Verdana"/>
                <a:cs typeface="Verdana"/>
              </a:rPr>
              <a:t>live</a:t>
            </a:r>
            <a:r>
              <a:rPr sz="1800" spc="-16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3A3535"/>
                </a:solidFill>
                <a:latin typeface="Verdana"/>
                <a:cs typeface="Verdana"/>
              </a:rPr>
              <a:t>telemetry,</a:t>
            </a:r>
            <a:r>
              <a:rPr sz="1800" spc="-9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including</a:t>
            </a:r>
            <a:r>
              <a:rPr sz="1800" spc="-12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A3535"/>
                </a:solidFill>
                <a:latin typeface="Verdana"/>
                <a:cs typeface="Verdana"/>
              </a:rPr>
              <a:t>the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current</a:t>
            </a:r>
            <a:r>
              <a:rPr sz="1800" spc="-12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3A3535"/>
                </a:solidFill>
                <a:latin typeface="Verdana"/>
                <a:cs typeface="Verdana"/>
              </a:rPr>
              <a:t>volume</a:t>
            </a:r>
            <a:r>
              <a:rPr sz="1800" spc="-11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percentage,</a:t>
            </a:r>
            <a:r>
              <a:rPr sz="1800" spc="-19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the</a:t>
            </a:r>
            <a:r>
              <a:rPr sz="1800" spc="-18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A3535"/>
                </a:solidFill>
                <a:latin typeface="Verdana"/>
                <a:cs typeface="Verdana"/>
              </a:rPr>
              <a:t>physical</a:t>
            </a:r>
            <a:r>
              <a:rPr sz="1800" spc="-11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distance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between</a:t>
            </a:r>
            <a:r>
              <a:rPr sz="1800" spc="-15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fingers</a:t>
            </a:r>
            <a:r>
              <a:rPr sz="1800" spc="-17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in</a:t>
            </a:r>
            <a:r>
              <a:rPr sz="1800" spc="-14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3A3535"/>
                </a:solidFill>
                <a:latin typeface="Verdana"/>
                <a:cs typeface="Verdana"/>
              </a:rPr>
              <a:t>millimeters,</a:t>
            </a:r>
            <a:r>
              <a:rPr sz="1800" spc="-19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A3535"/>
                </a:solidFill>
                <a:latin typeface="Verdana"/>
                <a:cs typeface="Verdana"/>
              </a:rPr>
              <a:t>and</a:t>
            </a:r>
            <a:r>
              <a:rPr sz="1800" spc="-16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the</a:t>
            </a:r>
            <a:r>
              <a:rPr sz="1800" spc="-17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system's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processing</a:t>
            </a:r>
            <a:r>
              <a:rPr sz="1800" spc="2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latency.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425690" y="4627626"/>
            <a:ext cx="6454140" cy="2321560"/>
            <a:chOff x="7425690" y="4627626"/>
            <a:chExt cx="6454140" cy="2321560"/>
          </a:xfrm>
        </p:grpSpPr>
        <p:sp>
          <p:nvSpPr>
            <p:cNvPr id="14" name="object 14"/>
            <p:cNvSpPr/>
            <p:nvPr/>
          </p:nvSpPr>
          <p:spPr>
            <a:xfrm>
              <a:off x="7429500" y="4631436"/>
              <a:ext cx="6446520" cy="2313940"/>
            </a:xfrm>
            <a:custGeom>
              <a:avLst/>
              <a:gdLst/>
              <a:ahLst/>
              <a:cxnLst/>
              <a:rect l="l" t="t" r="r" b="b"/>
              <a:pathLst>
                <a:path w="6446519" h="2313940">
                  <a:moveTo>
                    <a:pt x="5928359" y="0"/>
                  </a:moveTo>
                  <a:lnTo>
                    <a:pt x="518159" y="0"/>
                  </a:lnTo>
                  <a:lnTo>
                    <a:pt x="471002" y="2117"/>
                  </a:lnTo>
                  <a:lnTo>
                    <a:pt x="425030" y="8349"/>
                  </a:lnTo>
                  <a:lnTo>
                    <a:pt x="380426" y="18512"/>
                  </a:lnTo>
                  <a:lnTo>
                    <a:pt x="337373" y="32422"/>
                  </a:lnTo>
                  <a:lnTo>
                    <a:pt x="296054" y="49896"/>
                  </a:lnTo>
                  <a:lnTo>
                    <a:pt x="256652" y="70753"/>
                  </a:lnTo>
                  <a:lnTo>
                    <a:pt x="219351" y="94807"/>
                  </a:lnTo>
                  <a:lnTo>
                    <a:pt x="184332" y="121878"/>
                  </a:lnTo>
                  <a:lnTo>
                    <a:pt x="151780" y="151780"/>
                  </a:lnTo>
                  <a:lnTo>
                    <a:pt x="121878" y="184332"/>
                  </a:lnTo>
                  <a:lnTo>
                    <a:pt x="94807" y="219351"/>
                  </a:lnTo>
                  <a:lnTo>
                    <a:pt x="70753" y="256652"/>
                  </a:lnTo>
                  <a:lnTo>
                    <a:pt x="49896" y="296054"/>
                  </a:lnTo>
                  <a:lnTo>
                    <a:pt x="32422" y="337373"/>
                  </a:lnTo>
                  <a:lnTo>
                    <a:pt x="18512" y="380426"/>
                  </a:lnTo>
                  <a:lnTo>
                    <a:pt x="8349" y="425030"/>
                  </a:lnTo>
                  <a:lnTo>
                    <a:pt x="2117" y="471002"/>
                  </a:lnTo>
                  <a:lnTo>
                    <a:pt x="0" y="518159"/>
                  </a:lnTo>
                  <a:lnTo>
                    <a:pt x="0" y="1795271"/>
                  </a:lnTo>
                  <a:lnTo>
                    <a:pt x="2117" y="1842429"/>
                  </a:lnTo>
                  <a:lnTo>
                    <a:pt x="8349" y="1888401"/>
                  </a:lnTo>
                  <a:lnTo>
                    <a:pt x="18512" y="1933005"/>
                  </a:lnTo>
                  <a:lnTo>
                    <a:pt x="32422" y="1976058"/>
                  </a:lnTo>
                  <a:lnTo>
                    <a:pt x="49896" y="2017377"/>
                  </a:lnTo>
                  <a:lnTo>
                    <a:pt x="70753" y="2056779"/>
                  </a:lnTo>
                  <a:lnTo>
                    <a:pt x="94807" y="2094080"/>
                  </a:lnTo>
                  <a:lnTo>
                    <a:pt x="121878" y="2129099"/>
                  </a:lnTo>
                  <a:lnTo>
                    <a:pt x="151780" y="2161651"/>
                  </a:lnTo>
                  <a:lnTo>
                    <a:pt x="184332" y="2191553"/>
                  </a:lnTo>
                  <a:lnTo>
                    <a:pt x="219351" y="2218624"/>
                  </a:lnTo>
                  <a:lnTo>
                    <a:pt x="256652" y="2242678"/>
                  </a:lnTo>
                  <a:lnTo>
                    <a:pt x="296054" y="2263535"/>
                  </a:lnTo>
                  <a:lnTo>
                    <a:pt x="337373" y="2281009"/>
                  </a:lnTo>
                  <a:lnTo>
                    <a:pt x="380426" y="2294919"/>
                  </a:lnTo>
                  <a:lnTo>
                    <a:pt x="425030" y="2305082"/>
                  </a:lnTo>
                  <a:lnTo>
                    <a:pt x="471002" y="2311314"/>
                  </a:lnTo>
                  <a:lnTo>
                    <a:pt x="518159" y="2313432"/>
                  </a:lnTo>
                  <a:lnTo>
                    <a:pt x="5928359" y="2313432"/>
                  </a:lnTo>
                  <a:lnTo>
                    <a:pt x="5975517" y="2311314"/>
                  </a:lnTo>
                  <a:lnTo>
                    <a:pt x="6021489" y="2305082"/>
                  </a:lnTo>
                  <a:lnTo>
                    <a:pt x="6066093" y="2294919"/>
                  </a:lnTo>
                  <a:lnTo>
                    <a:pt x="6109146" y="2281009"/>
                  </a:lnTo>
                  <a:lnTo>
                    <a:pt x="6150465" y="2263535"/>
                  </a:lnTo>
                  <a:lnTo>
                    <a:pt x="6189867" y="2242678"/>
                  </a:lnTo>
                  <a:lnTo>
                    <a:pt x="6227168" y="2218624"/>
                  </a:lnTo>
                  <a:lnTo>
                    <a:pt x="6262187" y="2191553"/>
                  </a:lnTo>
                  <a:lnTo>
                    <a:pt x="6294739" y="2161651"/>
                  </a:lnTo>
                  <a:lnTo>
                    <a:pt x="6324641" y="2129099"/>
                  </a:lnTo>
                  <a:lnTo>
                    <a:pt x="6351712" y="2094080"/>
                  </a:lnTo>
                  <a:lnTo>
                    <a:pt x="6375766" y="2056779"/>
                  </a:lnTo>
                  <a:lnTo>
                    <a:pt x="6396623" y="2017377"/>
                  </a:lnTo>
                  <a:lnTo>
                    <a:pt x="6414097" y="1976058"/>
                  </a:lnTo>
                  <a:lnTo>
                    <a:pt x="6428007" y="1933005"/>
                  </a:lnTo>
                  <a:lnTo>
                    <a:pt x="6438170" y="1888401"/>
                  </a:lnTo>
                  <a:lnTo>
                    <a:pt x="6444402" y="1842429"/>
                  </a:lnTo>
                  <a:lnTo>
                    <a:pt x="6446519" y="1795271"/>
                  </a:lnTo>
                  <a:lnTo>
                    <a:pt x="6446519" y="518159"/>
                  </a:lnTo>
                  <a:lnTo>
                    <a:pt x="6444402" y="471002"/>
                  </a:lnTo>
                  <a:lnTo>
                    <a:pt x="6438170" y="425030"/>
                  </a:lnTo>
                  <a:lnTo>
                    <a:pt x="6428007" y="380426"/>
                  </a:lnTo>
                  <a:lnTo>
                    <a:pt x="6414097" y="337373"/>
                  </a:lnTo>
                  <a:lnTo>
                    <a:pt x="6396623" y="296054"/>
                  </a:lnTo>
                  <a:lnTo>
                    <a:pt x="6375766" y="256652"/>
                  </a:lnTo>
                  <a:lnTo>
                    <a:pt x="6351712" y="219351"/>
                  </a:lnTo>
                  <a:lnTo>
                    <a:pt x="6324641" y="184332"/>
                  </a:lnTo>
                  <a:lnTo>
                    <a:pt x="6294739" y="151780"/>
                  </a:lnTo>
                  <a:lnTo>
                    <a:pt x="6262187" y="121878"/>
                  </a:lnTo>
                  <a:lnTo>
                    <a:pt x="6227168" y="94807"/>
                  </a:lnTo>
                  <a:lnTo>
                    <a:pt x="6189867" y="70753"/>
                  </a:lnTo>
                  <a:lnTo>
                    <a:pt x="6150465" y="49896"/>
                  </a:lnTo>
                  <a:lnTo>
                    <a:pt x="6109146" y="32422"/>
                  </a:lnTo>
                  <a:lnTo>
                    <a:pt x="6066093" y="18512"/>
                  </a:lnTo>
                  <a:lnTo>
                    <a:pt x="6021489" y="8349"/>
                  </a:lnTo>
                  <a:lnTo>
                    <a:pt x="5975517" y="2117"/>
                  </a:lnTo>
                  <a:lnTo>
                    <a:pt x="5928359" y="0"/>
                  </a:lnTo>
                  <a:close/>
                </a:path>
              </a:pathLst>
            </a:custGeom>
            <a:solidFill>
              <a:srgbClr val="D4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29500" y="4631436"/>
              <a:ext cx="6446520" cy="2313940"/>
            </a:xfrm>
            <a:custGeom>
              <a:avLst/>
              <a:gdLst/>
              <a:ahLst/>
              <a:cxnLst/>
              <a:rect l="l" t="t" r="r" b="b"/>
              <a:pathLst>
                <a:path w="6446519" h="2313940">
                  <a:moveTo>
                    <a:pt x="0" y="518159"/>
                  </a:moveTo>
                  <a:lnTo>
                    <a:pt x="2117" y="471002"/>
                  </a:lnTo>
                  <a:lnTo>
                    <a:pt x="8349" y="425030"/>
                  </a:lnTo>
                  <a:lnTo>
                    <a:pt x="18512" y="380426"/>
                  </a:lnTo>
                  <a:lnTo>
                    <a:pt x="32422" y="337373"/>
                  </a:lnTo>
                  <a:lnTo>
                    <a:pt x="49896" y="296054"/>
                  </a:lnTo>
                  <a:lnTo>
                    <a:pt x="70753" y="256652"/>
                  </a:lnTo>
                  <a:lnTo>
                    <a:pt x="94807" y="219351"/>
                  </a:lnTo>
                  <a:lnTo>
                    <a:pt x="121878" y="184332"/>
                  </a:lnTo>
                  <a:lnTo>
                    <a:pt x="151780" y="151780"/>
                  </a:lnTo>
                  <a:lnTo>
                    <a:pt x="184332" y="121878"/>
                  </a:lnTo>
                  <a:lnTo>
                    <a:pt x="219351" y="94807"/>
                  </a:lnTo>
                  <a:lnTo>
                    <a:pt x="256652" y="70753"/>
                  </a:lnTo>
                  <a:lnTo>
                    <a:pt x="296054" y="49896"/>
                  </a:lnTo>
                  <a:lnTo>
                    <a:pt x="337373" y="32422"/>
                  </a:lnTo>
                  <a:lnTo>
                    <a:pt x="380426" y="18512"/>
                  </a:lnTo>
                  <a:lnTo>
                    <a:pt x="425030" y="8349"/>
                  </a:lnTo>
                  <a:lnTo>
                    <a:pt x="471002" y="2117"/>
                  </a:lnTo>
                  <a:lnTo>
                    <a:pt x="518159" y="0"/>
                  </a:lnTo>
                  <a:lnTo>
                    <a:pt x="5928359" y="0"/>
                  </a:lnTo>
                  <a:lnTo>
                    <a:pt x="5975517" y="2117"/>
                  </a:lnTo>
                  <a:lnTo>
                    <a:pt x="6021489" y="8349"/>
                  </a:lnTo>
                  <a:lnTo>
                    <a:pt x="6066093" y="18512"/>
                  </a:lnTo>
                  <a:lnTo>
                    <a:pt x="6109146" y="32422"/>
                  </a:lnTo>
                  <a:lnTo>
                    <a:pt x="6150465" y="49896"/>
                  </a:lnTo>
                  <a:lnTo>
                    <a:pt x="6189867" y="70753"/>
                  </a:lnTo>
                  <a:lnTo>
                    <a:pt x="6227168" y="94807"/>
                  </a:lnTo>
                  <a:lnTo>
                    <a:pt x="6262187" y="121878"/>
                  </a:lnTo>
                  <a:lnTo>
                    <a:pt x="6294739" y="151780"/>
                  </a:lnTo>
                  <a:lnTo>
                    <a:pt x="6324641" y="184332"/>
                  </a:lnTo>
                  <a:lnTo>
                    <a:pt x="6351712" y="219351"/>
                  </a:lnTo>
                  <a:lnTo>
                    <a:pt x="6375766" y="256652"/>
                  </a:lnTo>
                  <a:lnTo>
                    <a:pt x="6396623" y="296054"/>
                  </a:lnTo>
                  <a:lnTo>
                    <a:pt x="6414097" y="337373"/>
                  </a:lnTo>
                  <a:lnTo>
                    <a:pt x="6428007" y="380426"/>
                  </a:lnTo>
                  <a:lnTo>
                    <a:pt x="6438170" y="425030"/>
                  </a:lnTo>
                  <a:lnTo>
                    <a:pt x="6444402" y="471002"/>
                  </a:lnTo>
                  <a:lnTo>
                    <a:pt x="6446519" y="518159"/>
                  </a:lnTo>
                  <a:lnTo>
                    <a:pt x="6446519" y="1795271"/>
                  </a:lnTo>
                  <a:lnTo>
                    <a:pt x="6444402" y="1842429"/>
                  </a:lnTo>
                  <a:lnTo>
                    <a:pt x="6438170" y="1888401"/>
                  </a:lnTo>
                  <a:lnTo>
                    <a:pt x="6428007" y="1933005"/>
                  </a:lnTo>
                  <a:lnTo>
                    <a:pt x="6414097" y="1976058"/>
                  </a:lnTo>
                  <a:lnTo>
                    <a:pt x="6396623" y="2017377"/>
                  </a:lnTo>
                  <a:lnTo>
                    <a:pt x="6375766" y="2056779"/>
                  </a:lnTo>
                  <a:lnTo>
                    <a:pt x="6351712" y="2094080"/>
                  </a:lnTo>
                  <a:lnTo>
                    <a:pt x="6324641" y="2129099"/>
                  </a:lnTo>
                  <a:lnTo>
                    <a:pt x="6294739" y="2161651"/>
                  </a:lnTo>
                  <a:lnTo>
                    <a:pt x="6262187" y="2191553"/>
                  </a:lnTo>
                  <a:lnTo>
                    <a:pt x="6227168" y="2218624"/>
                  </a:lnTo>
                  <a:lnTo>
                    <a:pt x="6189867" y="2242678"/>
                  </a:lnTo>
                  <a:lnTo>
                    <a:pt x="6150465" y="2263535"/>
                  </a:lnTo>
                  <a:lnTo>
                    <a:pt x="6109146" y="2281009"/>
                  </a:lnTo>
                  <a:lnTo>
                    <a:pt x="6066093" y="2294919"/>
                  </a:lnTo>
                  <a:lnTo>
                    <a:pt x="6021489" y="2305082"/>
                  </a:lnTo>
                  <a:lnTo>
                    <a:pt x="5975517" y="2311314"/>
                  </a:lnTo>
                  <a:lnTo>
                    <a:pt x="5928359" y="2313432"/>
                  </a:lnTo>
                  <a:lnTo>
                    <a:pt x="518159" y="2313432"/>
                  </a:lnTo>
                  <a:lnTo>
                    <a:pt x="471002" y="2311314"/>
                  </a:lnTo>
                  <a:lnTo>
                    <a:pt x="425030" y="2305082"/>
                  </a:lnTo>
                  <a:lnTo>
                    <a:pt x="380426" y="2294919"/>
                  </a:lnTo>
                  <a:lnTo>
                    <a:pt x="337373" y="2281009"/>
                  </a:lnTo>
                  <a:lnTo>
                    <a:pt x="296054" y="2263535"/>
                  </a:lnTo>
                  <a:lnTo>
                    <a:pt x="256652" y="2242678"/>
                  </a:lnTo>
                  <a:lnTo>
                    <a:pt x="219351" y="2218624"/>
                  </a:lnTo>
                  <a:lnTo>
                    <a:pt x="184332" y="2191553"/>
                  </a:lnTo>
                  <a:lnTo>
                    <a:pt x="151780" y="2161651"/>
                  </a:lnTo>
                  <a:lnTo>
                    <a:pt x="121878" y="2129099"/>
                  </a:lnTo>
                  <a:lnTo>
                    <a:pt x="94807" y="2094080"/>
                  </a:lnTo>
                  <a:lnTo>
                    <a:pt x="70753" y="2056779"/>
                  </a:lnTo>
                  <a:lnTo>
                    <a:pt x="49896" y="2017377"/>
                  </a:lnTo>
                  <a:lnTo>
                    <a:pt x="32422" y="1976058"/>
                  </a:lnTo>
                  <a:lnTo>
                    <a:pt x="18512" y="1933005"/>
                  </a:lnTo>
                  <a:lnTo>
                    <a:pt x="8349" y="1888401"/>
                  </a:lnTo>
                  <a:lnTo>
                    <a:pt x="2117" y="1842429"/>
                  </a:lnTo>
                  <a:lnTo>
                    <a:pt x="0" y="1795271"/>
                  </a:lnTo>
                  <a:lnTo>
                    <a:pt x="0" y="518159"/>
                  </a:lnTo>
                  <a:close/>
                </a:path>
              </a:pathLst>
            </a:custGeom>
            <a:ln w="7620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639939" y="2618549"/>
            <a:ext cx="5741035" cy="33832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b="1" spc="-40" dirty="0">
                <a:solidFill>
                  <a:srgbClr val="3A3535"/>
                </a:solidFill>
                <a:latin typeface="Trebuchet MS"/>
                <a:cs typeface="Trebuchet MS"/>
              </a:rPr>
              <a:t>Recognition</a:t>
            </a:r>
            <a:r>
              <a:rPr sz="2350" b="1" spc="-15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3A3535"/>
                </a:solidFill>
                <a:latin typeface="Trebuchet MS"/>
                <a:cs typeface="Trebuchet MS"/>
              </a:rPr>
              <a:t>Status</a:t>
            </a:r>
            <a:endParaRPr sz="2350">
              <a:latin typeface="Trebuchet MS"/>
              <a:cs typeface="Trebuchet MS"/>
            </a:endParaRPr>
          </a:p>
          <a:p>
            <a:pPr marL="12700" marR="5080">
              <a:lnSpc>
                <a:spcPct val="125099"/>
              </a:lnSpc>
              <a:spcBef>
                <a:spcPts val="875"/>
              </a:spcBef>
            </a:pPr>
            <a:r>
              <a:rPr sz="1800" spc="95" dirty="0">
                <a:solidFill>
                  <a:srgbClr val="3A3535"/>
                </a:solidFill>
                <a:latin typeface="Verdana"/>
                <a:cs typeface="Verdana"/>
              </a:rPr>
              <a:t>A</a:t>
            </a:r>
            <a:r>
              <a:rPr sz="1800" spc="-15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dedicated</a:t>
            </a:r>
            <a:r>
              <a:rPr sz="1800" spc="-19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panel</a:t>
            </a:r>
            <a:r>
              <a:rPr sz="1800" spc="-14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shows</a:t>
            </a:r>
            <a:r>
              <a:rPr sz="1800" spc="-11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A3535"/>
                </a:solidFill>
                <a:latin typeface="Verdana"/>
                <a:cs typeface="Verdana"/>
              </a:rPr>
              <a:t>the</a:t>
            </a:r>
            <a:r>
              <a:rPr sz="1800" spc="-4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current</a:t>
            </a:r>
            <a:r>
              <a:rPr sz="1800" spc="-14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A3535"/>
                </a:solidFill>
                <a:latin typeface="Verdana"/>
                <a:cs typeface="Verdana"/>
              </a:rPr>
              <a:t>mode—</a:t>
            </a:r>
            <a:r>
              <a:rPr sz="1800" b="1" spc="-20" dirty="0">
                <a:solidFill>
                  <a:srgbClr val="3A3535"/>
                </a:solidFill>
                <a:latin typeface="Trebuchet MS"/>
                <a:cs typeface="Trebuchet MS"/>
              </a:rPr>
              <a:t>Open </a:t>
            </a:r>
            <a:r>
              <a:rPr sz="1800" b="1" dirty="0">
                <a:solidFill>
                  <a:srgbClr val="3A3535"/>
                </a:solidFill>
                <a:latin typeface="Trebuchet MS"/>
                <a:cs typeface="Trebuchet MS"/>
              </a:rPr>
              <a:t>Hand</a:t>
            </a:r>
            <a:r>
              <a:rPr sz="1800" b="1" spc="-4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3A3535"/>
                </a:solidFill>
                <a:latin typeface="Verdana"/>
                <a:cs typeface="Verdana"/>
              </a:rPr>
              <a:t>(Neutral),</a:t>
            </a:r>
            <a:r>
              <a:rPr sz="1800" spc="-18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b="1" spc="-45" dirty="0">
                <a:solidFill>
                  <a:srgbClr val="3A3535"/>
                </a:solidFill>
                <a:latin typeface="Trebuchet MS"/>
                <a:cs typeface="Trebuchet MS"/>
              </a:rPr>
              <a:t>Pinch</a:t>
            </a:r>
            <a:r>
              <a:rPr sz="1800" b="1" spc="-9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3A3535"/>
                </a:solidFill>
                <a:latin typeface="Trebuchet MS"/>
                <a:cs typeface="Trebuchet MS"/>
              </a:rPr>
              <a:t>Mode</a:t>
            </a:r>
            <a:r>
              <a:rPr sz="1800" b="1" spc="-16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(Active</a:t>
            </a:r>
            <a:r>
              <a:rPr sz="1800" spc="-18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3A3535"/>
                </a:solidFill>
                <a:latin typeface="Verdana"/>
                <a:cs typeface="Verdana"/>
              </a:rPr>
              <a:t>Volume</a:t>
            </a:r>
            <a:r>
              <a:rPr sz="1800" spc="-11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Control), or</a:t>
            </a:r>
            <a:r>
              <a:rPr sz="1800" spc="-8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3A3535"/>
                </a:solidFill>
                <a:latin typeface="Trebuchet MS"/>
                <a:cs typeface="Trebuchet MS"/>
              </a:rPr>
              <a:t>Closed</a:t>
            </a:r>
            <a:r>
              <a:rPr sz="1800" b="1" spc="-14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b="1" spc="-55" dirty="0">
                <a:solidFill>
                  <a:srgbClr val="3A3535"/>
                </a:solidFill>
                <a:latin typeface="Trebuchet MS"/>
                <a:cs typeface="Trebuchet MS"/>
              </a:rPr>
              <a:t>Fist</a:t>
            </a:r>
            <a:r>
              <a:rPr sz="1800" b="1" spc="-13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(Mute).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350" b="1" spc="-90" dirty="0">
                <a:solidFill>
                  <a:srgbClr val="3A3535"/>
                </a:solidFill>
                <a:latin typeface="Trebuchet MS"/>
                <a:cs typeface="Trebuchet MS"/>
              </a:rPr>
              <a:t>Intuitive</a:t>
            </a:r>
            <a:r>
              <a:rPr sz="2350" b="1" spc="-13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3A3535"/>
                </a:solidFill>
                <a:latin typeface="Trebuchet MS"/>
                <a:cs typeface="Trebuchet MS"/>
              </a:rPr>
              <a:t>Controls</a:t>
            </a:r>
            <a:endParaRPr sz="2350">
              <a:latin typeface="Trebuchet MS"/>
              <a:cs typeface="Trebuchet MS"/>
            </a:endParaRPr>
          </a:p>
          <a:p>
            <a:pPr marL="12700" marR="471805">
              <a:lnSpc>
                <a:spcPct val="126800"/>
              </a:lnSpc>
              <a:spcBef>
                <a:spcPts val="835"/>
              </a:spcBef>
            </a:pP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Users</a:t>
            </a:r>
            <a:r>
              <a:rPr sz="1800" spc="-17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can</a:t>
            </a:r>
            <a:r>
              <a:rPr sz="1800" spc="-22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3A3535"/>
                </a:solidFill>
                <a:latin typeface="Verdana"/>
                <a:cs typeface="Verdana"/>
              </a:rPr>
              <a:t>manually</a:t>
            </a:r>
            <a:r>
              <a:rPr sz="1800" spc="-13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b="1" spc="-60" dirty="0">
                <a:solidFill>
                  <a:srgbClr val="3A3535"/>
                </a:solidFill>
                <a:latin typeface="Trebuchet MS"/>
                <a:cs typeface="Trebuchet MS"/>
              </a:rPr>
              <a:t>start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or</a:t>
            </a:r>
            <a:r>
              <a:rPr sz="1800" spc="-14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3A3535"/>
                </a:solidFill>
                <a:latin typeface="Trebuchet MS"/>
                <a:cs typeface="Trebuchet MS"/>
              </a:rPr>
              <a:t>pause</a:t>
            </a:r>
            <a:r>
              <a:rPr sz="1800" b="1" spc="-9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the</a:t>
            </a:r>
            <a:r>
              <a:rPr sz="1800" spc="-18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detection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process</a:t>
            </a:r>
            <a:r>
              <a:rPr sz="1800" spc="-14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directly</a:t>
            </a:r>
            <a:r>
              <a:rPr sz="1800" spc="-13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from</a:t>
            </a:r>
            <a:r>
              <a:rPr sz="1800" spc="-13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the</a:t>
            </a:r>
            <a:r>
              <a:rPr sz="1800" spc="-155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A3535"/>
                </a:solidFill>
                <a:latin typeface="Verdana"/>
                <a:cs typeface="Verdana"/>
              </a:rPr>
              <a:t>web</a:t>
            </a:r>
            <a:r>
              <a:rPr sz="1800" spc="-140" dirty="0">
                <a:solidFill>
                  <a:srgbClr val="3A3535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Verdana"/>
                <a:cs typeface="Verdana"/>
              </a:rPr>
              <a:t>interface.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847320" y="7754111"/>
            <a:ext cx="1783080" cy="475615"/>
          </a:xfrm>
          <a:custGeom>
            <a:avLst/>
            <a:gdLst/>
            <a:ahLst/>
            <a:cxnLst/>
            <a:rect l="l" t="t" r="r" b="b"/>
            <a:pathLst>
              <a:path w="1783080" h="475615">
                <a:moveTo>
                  <a:pt x="1783080" y="0"/>
                </a:moveTo>
                <a:lnTo>
                  <a:pt x="0" y="0"/>
                </a:lnTo>
                <a:lnTo>
                  <a:pt x="0" y="475488"/>
                </a:lnTo>
                <a:lnTo>
                  <a:pt x="1783080" y="475488"/>
                </a:lnTo>
                <a:lnTo>
                  <a:pt x="1783080" y="0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6251" y="657669"/>
            <a:ext cx="4835525" cy="640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000" spc="-70" dirty="0"/>
              <a:t>Algorithm</a:t>
            </a:r>
            <a:r>
              <a:rPr sz="4000" spc="-375" dirty="0"/>
              <a:t> </a:t>
            </a:r>
            <a:r>
              <a:rPr sz="4000" spc="1000" dirty="0"/>
              <a:t>s</a:t>
            </a:r>
            <a:r>
              <a:rPr sz="4000" spc="-445" dirty="0"/>
              <a:t> </a:t>
            </a:r>
            <a:r>
              <a:rPr sz="4000" spc="75" dirty="0"/>
              <a:t>Modules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2355"/>
              </a:lnSpc>
              <a:spcBef>
                <a:spcPts val="114"/>
              </a:spcBef>
            </a:pPr>
            <a:r>
              <a:rPr spc="-110" dirty="0"/>
              <a:t>The</a:t>
            </a:r>
            <a:r>
              <a:rPr spc="-160" dirty="0"/>
              <a:t> </a:t>
            </a:r>
            <a:r>
              <a:rPr spc="-55" dirty="0"/>
              <a:t>core</a:t>
            </a:r>
            <a:r>
              <a:rPr spc="-229" dirty="0"/>
              <a:t> </a:t>
            </a:r>
            <a:r>
              <a:rPr spc="-60" dirty="0"/>
              <a:t>of</a:t>
            </a:r>
            <a:r>
              <a:rPr spc="-204" dirty="0"/>
              <a:t> </a:t>
            </a:r>
            <a:r>
              <a:rPr spc="-35" dirty="0"/>
              <a:t>our</a:t>
            </a:r>
            <a:r>
              <a:rPr spc="-200" dirty="0"/>
              <a:t> </a:t>
            </a:r>
            <a:r>
              <a:rPr spc="-40" dirty="0"/>
              <a:t>system</a:t>
            </a:r>
            <a:r>
              <a:rPr spc="-155" dirty="0"/>
              <a:t> </a:t>
            </a:r>
            <a:r>
              <a:rPr spc="-80" dirty="0"/>
              <a:t>relies</a:t>
            </a:r>
            <a:r>
              <a:rPr spc="-145" dirty="0"/>
              <a:t> </a:t>
            </a:r>
            <a:r>
              <a:rPr spc="-10" dirty="0"/>
              <a:t>on</a:t>
            </a:r>
            <a:r>
              <a:rPr spc="-130" dirty="0"/>
              <a:t> </a:t>
            </a:r>
            <a:r>
              <a:rPr spc="-60" dirty="0"/>
              <a:t>precise</a:t>
            </a:r>
            <a:r>
              <a:rPr spc="-150" dirty="0"/>
              <a:t> </a:t>
            </a:r>
            <a:r>
              <a:rPr spc="-70" dirty="0"/>
              <a:t>mathematical</a:t>
            </a:r>
            <a:r>
              <a:rPr spc="-190" dirty="0"/>
              <a:t> </a:t>
            </a:r>
            <a:r>
              <a:rPr spc="-40" dirty="0"/>
              <a:t>calculations</a:t>
            </a:r>
            <a:r>
              <a:rPr spc="-140" dirty="0"/>
              <a:t> </a:t>
            </a:r>
            <a:r>
              <a:rPr spc="-30" dirty="0"/>
              <a:t>and</a:t>
            </a:r>
            <a:r>
              <a:rPr spc="-160" dirty="0"/>
              <a:t> </a:t>
            </a:r>
            <a:r>
              <a:rPr spc="-114" dirty="0"/>
              <a:t>intelligent</a:t>
            </a:r>
            <a:r>
              <a:rPr spc="-95" dirty="0"/>
              <a:t> </a:t>
            </a:r>
            <a:r>
              <a:rPr spc="-65" dirty="0"/>
              <a:t>logic</a:t>
            </a:r>
            <a:r>
              <a:rPr spc="-155" dirty="0"/>
              <a:t> </a:t>
            </a:r>
            <a:r>
              <a:rPr spc="-110" dirty="0"/>
              <a:t>to</a:t>
            </a:r>
            <a:r>
              <a:rPr spc="-135" dirty="0"/>
              <a:t> </a:t>
            </a:r>
            <a:r>
              <a:rPr spc="-90" dirty="0"/>
              <a:t>translate</a:t>
            </a:r>
            <a:r>
              <a:rPr spc="-150" dirty="0"/>
              <a:t> </a:t>
            </a:r>
            <a:r>
              <a:rPr spc="-30" dirty="0"/>
              <a:t>hand</a:t>
            </a:r>
            <a:r>
              <a:rPr spc="-155" dirty="0"/>
              <a:t> </a:t>
            </a:r>
            <a:r>
              <a:rPr spc="-45" dirty="0"/>
              <a:t>gestures</a:t>
            </a:r>
            <a:r>
              <a:rPr spc="-140" dirty="0"/>
              <a:t> </a:t>
            </a:r>
            <a:r>
              <a:rPr spc="-20" dirty="0"/>
              <a:t>into</a:t>
            </a:r>
          </a:p>
          <a:p>
            <a:pPr marL="12700">
              <a:lnSpc>
                <a:spcPts val="2355"/>
              </a:lnSpc>
            </a:pPr>
            <a:r>
              <a:rPr spc="-60" dirty="0"/>
              <a:t>accurate</a:t>
            </a:r>
            <a:r>
              <a:rPr spc="-160" dirty="0"/>
              <a:t> </a:t>
            </a:r>
            <a:r>
              <a:rPr spc="-55" dirty="0"/>
              <a:t>volume</a:t>
            </a:r>
            <a:r>
              <a:rPr spc="-155" dirty="0"/>
              <a:t> </a:t>
            </a:r>
            <a:r>
              <a:rPr spc="-10" dirty="0"/>
              <a:t>control.</a:t>
            </a: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sz="3000" b="1" spc="-170" dirty="0">
                <a:solidFill>
                  <a:srgbClr val="1F1E1E"/>
                </a:solidFill>
                <a:latin typeface="Trebuchet MS"/>
                <a:cs typeface="Trebuchet MS"/>
              </a:rPr>
              <a:t>The</a:t>
            </a:r>
            <a:r>
              <a:rPr sz="3000" b="1" spc="-300" dirty="0">
                <a:solidFill>
                  <a:srgbClr val="1F1E1E"/>
                </a:solidFill>
                <a:latin typeface="Trebuchet MS"/>
                <a:cs typeface="Trebuchet MS"/>
              </a:rPr>
              <a:t> </a:t>
            </a:r>
            <a:r>
              <a:rPr sz="3000" b="1" spc="-20" dirty="0">
                <a:solidFill>
                  <a:srgbClr val="1F1E1E"/>
                </a:solidFill>
                <a:latin typeface="Trebuchet MS"/>
                <a:cs typeface="Trebuchet MS"/>
              </a:rPr>
              <a:t>Math</a:t>
            </a:r>
            <a:endParaRPr sz="3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695"/>
              </a:spcBef>
            </a:pPr>
            <a:r>
              <a:rPr sz="1550" dirty="0"/>
              <a:t>Volume</a:t>
            </a:r>
            <a:r>
              <a:rPr sz="1550" spc="-75" dirty="0"/>
              <a:t> </a:t>
            </a:r>
            <a:r>
              <a:rPr sz="1550" dirty="0"/>
              <a:t>adjustments</a:t>
            </a:r>
            <a:r>
              <a:rPr sz="1550" spc="-85" dirty="0"/>
              <a:t> </a:t>
            </a:r>
            <a:r>
              <a:rPr sz="1550" spc="-30" dirty="0"/>
              <a:t>are</a:t>
            </a:r>
            <a:r>
              <a:rPr sz="1550" spc="-70" dirty="0"/>
              <a:t> </a:t>
            </a:r>
            <a:r>
              <a:rPr sz="1550" spc="-25" dirty="0"/>
              <a:t>determined</a:t>
            </a:r>
            <a:r>
              <a:rPr sz="1550" spc="-50" dirty="0"/>
              <a:t> </a:t>
            </a:r>
            <a:r>
              <a:rPr sz="1550" dirty="0"/>
              <a:t>by</a:t>
            </a:r>
            <a:r>
              <a:rPr sz="1550" spc="-110" dirty="0"/>
              <a:t> </a:t>
            </a:r>
            <a:r>
              <a:rPr sz="1550" dirty="0"/>
              <a:t>measuring</a:t>
            </a:r>
            <a:r>
              <a:rPr sz="1550" spc="-80" dirty="0"/>
              <a:t> </a:t>
            </a:r>
            <a:r>
              <a:rPr sz="1550" spc="-25" dirty="0"/>
              <a:t>the</a:t>
            </a:r>
            <a:r>
              <a:rPr sz="1550" spc="-75" dirty="0"/>
              <a:t> </a:t>
            </a:r>
            <a:r>
              <a:rPr sz="1550" dirty="0"/>
              <a:t>Euclidean</a:t>
            </a:r>
            <a:r>
              <a:rPr sz="1550" spc="-114" dirty="0"/>
              <a:t> </a:t>
            </a:r>
            <a:r>
              <a:rPr sz="1550" dirty="0"/>
              <a:t>distance</a:t>
            </a:r>
            <a:r>
              <a:rPr sz="1550" spc="-75" dirty="0"/>
              <a:t> </a:t>
            </a:r>
            <a:r>
              <a:rPr sz="1550" spc="-30" dirty="0"/>
              <a:t>between </a:t>
            </a:r>
            <a:r>
              <a:rPr sz="1550" spc="-50" dirty="0"/>
              <a:t>key</a:t>
            </a:r>
            <a:r>
              <a:rPr sz="1550" spc="-110" dirty="0"/>
              <a:t> </a:t>
            </a:r>
            <a:r>
              <a:rPr sz="1550" dirty="0"/>
              <a:t>hand</a:t>
            </a:r>
            <a:r>
              <a:rPr sz="1550" spc="-45" dirty="0"/>
              <a:t> </a:t>
            </a:r>
            <a:r>
              <a:rPr sz="1550" spc="-10" dirty="0"/>
              <a:t>landmarks:</a:t>
            </a:r>
            <a:endParaRPr sz="155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951" y="3840479"/>
            <a:ext cx="13112496" cy="33832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46251" y="4426838"/>
            <a:ext cx="4655185" cy="4870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00" b="1" spc="-50" dirty="0">
                <a:solidFill>
                  <a:srgbClr val="1F1E1E"/>
                </a:solidFill>
                <a:latin typeface="Trebuchet MS"/>
                <a:cs typeface="Trebuchet MS"/>
              </a:rPr>
              <a:t>Gesture</a:t>
            </a:r>
            <a:r>
              <a:rPr sz="3000" b="1" spc="-215" dirty="0">
                <a:solidFill>
                  <a:srgbClr val="1F1E1E"/>
                </a:solidFill>
                <a:latin typeface="Trebuchet MS"/>
                <a:cs typeface="Trebuchet MS"/>
              </a:rPr>
              <a:t> </a:t>
            </a:r>
            <a:r>
              <a:rPr sz="3000" b="1" spc="-45" dirty="0">
                <a:solidFill>
                  <a:srgbClr val="1F1E1E"/>
                </a:solidFill>
                <a:latin typeface="Trebuchet MS"/>
                <a:cs typeface="Trebuchet MS"/>
              </a:rPr>
              <a:t>Logic</a:t>
            </a:r>
            <a:r>
              <a:rPr sz="3000" b="1" spc="-270" dirty="0">
                <a:solidFill>
                  <a:srgbClr val="1F1E1E"/>
                </a:solidFill>
                <a:latin typeface="Trebuchet MS"/>
                <a:cs typeface="Trebuchet MS"/>
              </a:rPr>
              <a:t> </a:t>
            </a:r>
            <a:r>
              <a:rPr sz="3000" b="1" spc="-30" dirty="0">
                <a:solidFill>
                  <a:srgbClr val="1F1E1E"/>
                </a:solidFill>
                <a:latin typeface="Trebuchet MS"/>
                <a:cs typeface="Trebuchet MS"/>
              </a:rPr>
              <a:t>G</a:t>
            </a:r>
            <a:r>
              <a:rPr sz="3000" b="1" spc="-210" dirty="0">
                <a:solidFill>
                  <a:srgbClr val="1F1E1E"/>
                </a:solidFill>
                <a:latin typeface="Trebuchet MS"/>
                <a:cs typeface="Trebuchet MS"/>
              </a:rPr>
              <a:t> </a:t>
            </a:r>
            <a:r>
              <a:rPr sz="3000" b="1" spc="-10" dirty="0">
                <a:solidFill>
                  <a:srgbClr val="1F1E1E"/>
                </a:solidFill>
                <a:latin typeface="Trebuchet MS"/>
                <a:cs typeface="Trebuchet MS"/>
              </a:rPr>
              <a:t>Smoothing</a:t>
            </a:r>
            <a:endParaRPr sz="30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31519" y="5205221"/>
            <a:ext cx="4295775" cy="2327275"/>
            <a:chOff x="731519" y="5205221"/>
            <a:chExt cx="4295775" cy="2327275"/>
          </a:xfrm>
        </p:grpSpPr>
        <p:sp>
          <p:nvSpPr>
            <p:cNvPr id="8" name="object 8"/>
            <p:cNvSpPr/>
            <p:nvPr/>
          </p:nvSpPr>
          <p:spPr>
            <a:xfrm>
              <a:off x="763523" y="5216651"/>
              <a:ext cx="4251960" cy="2304415"/>
            </a:xfrm>
            <a:custGeom>
              <a:avLst/>
              <a:gdLst/>
              <a:ahLst/>
              <a:cxnLst/>
              <a:rect l="l" t="t" r="r" b="b"/>
              <a:pathLst>
                <a:path w="4251960" h="2304415">
                  <a:moveTo>
                    <a:pt x="4142104" y="0"/>
                  </a:moveTo>
                  <a:lnTo>
                    <a:pt x="109905" y="0"/>
                  </a:lnTo>
                  <a:lnTo>
                    <a:pt x="67128" y="8628"/>
                  </a:lnTo>
                  <a:lnTo>
                    <a:pt x="32192" y="32162"/>
                  </a:lnTo>
                  <a:lnTo>
                    <a:pt x="8637" y="67079"/>
                  </a:lnTo>
                  <a:lnTo>
                    <a:pt x="0" y="109855"/>
                  </a:lnTo>
                  <a:lnTo>
                    <a:pt x="0" y="2194382"/>
                  </a:lnTo>
                  <a:lnTo>
                    <a:pt x="8637" y="2237159"/>
                  </a:lnTo>
                  <a:lnTo>
                    <a:pt x="32192" y="2272095"/>
                  </a:lnTo>
                  <a:lnTo>
                    <a:pt x="67128" y="2295650"/>
                  </a:lnTo>
                  <a:lnTo>
                    <a:pt x="109905" y="2304288"/>
                  </a:lnTo>
                  <a:lnTo>
                    <a:pt x="4142104" y="2304288"/>
                  </a:lnTo>
                  <a:lnTo>
                    <a:pt x="4184880" y="2295650"/>
                  </a:lnTo>
                  <a:lnTo>
                    <a:pt x="4219797" y="2272095"/>
                  </a:lnTo>
                  <a:lnTo>
                    <a:pt x="4243331" y="2237159"/>
                  </a:lnTo>
                  <a:lnTo>
                    <a:pt x="4251960" y="2194382"/>
                  </a:lnTo>
                  <a:lnTo>
                    <a:pt x="4251960" y="109855"/>
                  </a:lnTo>
                  <a:lnTo>
                    <a:pt x="4243331" y="67079"/>
                  </a:lnTo>
                  <a:lnTo>
                    <a:pt x="4219797" y="32162"/>
                  </a:lnTo>
                  <a:lnTo>
                    <a:pt x="4184880" y="8628"/>
                  </a:lnTo>
                  <a:lnTo>
                    <a:pt x="4142104" y="0"/>
                  </a:lnTo>
                  <a:close/>
                </a:path>
              </a:pathLst>
            </a:custGeom>
            <a:solidFill>
              <a:srgbClr val="FF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3523" y="5216651"/>
              <a:ext cx="4251960" cy="2304415"/>
            </a:xfrm>
            <a:custGeom>
              <a:avLst/>
              <a:gdLst/>
              <a:ahLst/>
              <a:cxnLst/>
              <a:rect l="l" t="t" r="r" b="b"/>
              <a:pathLst>
                <a:path w="4251960" h="2304415">
                  <a:moveTo>
                    <a:pt x="0" y="109855"/>
                  </a:moveTo>
                  <a:lnTo>
                    <a:pt x="8637" y="67079"/>
                  </a:lnTo>
                  <a:lnTo>
                    <a:pt x="32192" y="32162"/>
                  </a:lnTo>
                  <a:lnTo>
                    <a:pt x="67128" y="8628"/>
                  </a:lnTo>
                  <a:lnTo>
                    <a:pt x="109905" y="0"/>
                  </a:lnTo>
                  <a:lnTo>
                    <a:pt x="4142104" y="0"/>
                  </a:lnTo>
                  <a:lnTo>
                    <a:pt x="4184880" y="8628"/>
                  </a:lnTo>
                  <a:lnTo>
                    <a:pt x="4219797" y="32162"/>
                  </a:lnTo>
                  <a:lnTo>
                    <a:pt x="4243331" y="67079"/>
                  </a:lnTo>
                  <a:lnTo>
                    <a:pt x="4251960" y="109855"/>
                  </a:lnTo>
                  <a:lnTo>
                    <a:pt x="4251960" y="2194382"/>
                  </a:lnTo>
                  <a:lnTo>
                    <a:pt x="4243331" y="2237159"/>
                  </a:lnTo>
                  <a:lnTo>
                    <a:pt x="4219797" y="2272095"/>
                  </a:lnTo>
                  <a:lnTo>
                    <a:pt x="4184880" y="2295650"/>
                  </a:lnTo>
                  <a:lnTo>
                    <a:pt x="4142104" y="2304288"/>
                  </a:lnTo>
                  <a:lnTo>
                    <a:pt x="109905" y="2304288"/>
                  </a:lnTo>
                  <a:lnTo>
                    <a:pt x="67128" y="2295650"/>
                  </a:lnTo>
                  <a:lnTo>
                    <a:pt x="32192" y="2272095"/>
                  </a:lnTo>
                  <a:lnTo>
                    <a:pt x="8637" y="2237159"/>
                  </a:lnTo>
                  <a:lnTo>
                    <a:pt x="0" y="2194382"/>
                  </a:lnTo>
                  <a:lnTo>
                    <a:pt x="0" y="109855"/>
                  </a:lnTo>
                  <a:close/>
                </a:path>
              </a:pathLst>
            </a:custGeom>
            <a:ln w="22860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1519" y="5212079"/>
              <a:ext cx="91440" cy="2304415"/>
            </a:xfrm>
            <a:custGeom>
              <a:avLst/>
              <a:gdLst/>
              <a:ahLst/>
              <a:cxnLst/>
              <a:rect l="l" t="t" r="r" b="b"/>
              <a:pathLst>
                <a:path w="91440" h="2304415">
                  <a:moveTo>
                    <a:pt x="45720" y="0"/>
                  </a:move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20"/>
                  </a:lnTo>
                  <a:lnTo>
                    <a:pt x="0" y="2258568"/>
                  </a:lnTo>
                  <a:lnTo>
                    <a:pt x="3593" y="2276363"/>
                  </a:lnTo>
                  <a:lnTo>
                    <a:pt x="13392" y="2290895"/>
                  </a:lnTo>
                  <a:lnTo>
                    <a:pt x="27924" y="2300694"/>
                  </a:lnTo>
                  <a:lnTo>
                    <a:pt x="45720" y="2304288"/>
                  </a:lnTo>
                  <a:lnTo>
                    <a:pt x="63515" y="2300694"/>
                  </a:lnTo>
                  <a:lnTo>
                    <a:pt x="78047" y="2290895"/>
                  </a:lnTo>
                  <a:lnTo>
                    <a:pt x="87846" y="2276363"/>
                  </a:lnTo>
                  <a:lnTo>
                    <a:pt x="91439" y="2258568"/>
                  </a:lnTo>
                  <a:lnTo>
                    <a:pt x="91439" y="45720"/>
                  </a:lnTo>
                  <a:lnTo>
                    <a:pt x="87846" y="27914"/>
                  </a:lnTo>
                  <a:lnTo>
                    <a:pt x="78047" y="13382"/>
                  </a:lnTo>
                  <a:lnTo>
                    <a:pt x="63515" y="3589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1A2C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21829" y="5237393"/>
            <a:ext cx="3735704" cy="205930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2350" b="1" spc="-20" dirty="0">
                <a:solidFill>
                  <a:srgbClr val="3A3535"/>
                </a:solidFill>
                <a:latin typeface="Trebuchet MS"/>
                <a:cs typeface="Trebuchet MS"/>
              </a:rPr>
              <a:t>Pinch</a:t>
            </a:r>
            <a:r>
              <a:rPr sz="2350" b="1" spc="-229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3A3535"/>
                </a:solidFill>
                <a:latin typeface="Trebuchet MS"/>
                <a:cs typeface="Trebuchet MS"/>
              </a:rPr>
              <a:t>Gesture</a:t>
            </a:r>
            <a:endParaRPr sz="2350">
              <a:latin typeface="Trebuchet MS"/>
              <a:cs typeface="Trebuchet MS"/>
            </a:endParaRPr>
          </a:p>
          <a:p>
            <a:pPr marL="12700" marR="5080">
              <a:lnSpc>
                <a:spcPct val="96100"/>
              </a:lnSpc>
              <a:spcBef>
                <a:spcPts val="810"/>
              </a:spcBef>
            </a:pPr>
            <a:r>
              <a:rPr sz="2000" spc="-125" dirty="0">
                <a:solidFill>
                  <a:srgbClr val="3A3535"/>
                </a:solidFill>
                <a:latin typeface="Trebuchet MS"/>
                <a:cs typeface="Trebuchet MS"/>
              </a:rPr>
              <a:t>If</a:t>
            </a:r>
            <a:r>
              <a:rPr sz="2000" spc="-21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3A3535"/>
                </a:solidFill>
                <a:latin typeface="Trebuchet MS"/>
                <a:cs typeface="Trebuchet MS"/>
              </a:rPr>
              <a:t>the</a:t>
            </a:r>
            <a:r>
              <a:rPr sz="2000" spc="-17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3A3535"/>
                </a:solidFill>
                <a:latin typeface="Trebuchet MS"/>
                <a:cs typeface="Trebuchet MS"/>
              </a:rPr>
              <a:t>distance</a:t>
            </a:r>
            <a:r>
              <a:rPr sz="2000" spc="-16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3A3535"/>
                </a:solidFill>
                <a:latin typeface="Trebuchet MS"/>
                <a:cs typeface="Trebuchet MS"/>
              </a:rPr>
              <a:t>between</a:t>
            </a:r>
            <a:r>
              <a:rPr sz="2000" spc="-22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3A3535"/>
                </a:solidFill>
                <a:latin typeface="Trebuchet MS"/>
                <a:cs typeface="Trebuchet MS"/>
              </a:rPr>
              <a:t>the</a:t>
            </a:r>
            <a:r>
              <a:rPr sz="2000" spc="-17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A3535"/>
                </a:solidFill>
                <a:latin typeface="Trebuchet MS"/>
                <a:cs typeface="Trebuchet MS"/>
              </a:rPr>
              <a:t>thumb </a:t>
            </a:r>
            <a:r>
              <a:rPr sz="2000" spc="-30" dirty="0">
                <a:solidFill>
                  <a:srgbClr val="3A3535"/>
                </a:solidFill>
                <a:latin typeface="Trebuchet MS"/>
                <a:cs typeface="Trebuchet MS"/>
              </a:rPr>
              <a:t>and</a:t>
            </a:r>
            <a:r>
              <a:rPr sz="2000" spc="-17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3A3535"/>
                </a:solidFill>
                <a:latin typeface="Trebuchet MS"/>
                <a:cs typeface="Trebuchet MS"/>
              </a:rPr>
              <a:t>index</a:t>
            </a:r>
            <a:r>
              <a:rPr sz="2000" spc="-19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10" dirty="0">
                <a:solidFill>
                  <a:srgbClr val="3A3535"/>
                </a:solidFill>
                <a:latin typeface="Trebuchet MS"/>
                <a:cs typeface="Trebuchet MS"/>
              </a:rPr>
              <a:t>finger</a:t>
            </a:r>
            <a:r>
              <a:rPr sz="2000" spc="-13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A3535"/>
                </a:solidFill>
                <a:latin typeface="Trebuchet MS"/>
                <a:cs typeface="Trebuchet MS"/>
              </a:rPr>
              <a:t>is</a:t>
            </a:r>
            <a:r>
              <a:rPr sz="2000" spc="-15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A3535"/>
                </a:solidFill>
                <a:latin typeface="Trebuchet MS"/>
                <a:cs typeface="Trebuchet MS"/>
              </a:rPr>
              <a:t>less</a:t>
            </a:r>
            <a:r>
              <a:rPr sz="2000" spc="-229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3A3535"/>
                </a:solidFill>
                <a:latin typeface="Trebuchet MS"/>
                <a:cs typeface="Trebuchet MS"/>
              </a:rPr>
              <a:t>than</a:t>
            </a:r>
            <a:r>
              <a:rPr sz="2000" spc="-14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3A3535"/>
                </a:solidFill>
                <a:latin typeface="Trebuchet MS"/>
                <a:cs typeface="Trebuchet MS"/>
              </a:rPr>
              <a:t>20 </a:t>
            </a:r>
            <a:r>
              <a:rPr sz="2000" spc="-100" dirty="0">
                <a:solidFill>
                  <a:srgbClr val="3A3535"/>
                </a:solidFill>
                <a:latin typeface="Trebuchet MS"/>
                <a:cs typeface="Trebuchet MS"/>
              </a:rPr>
              <a:t>pixels,</a:t>
            </a:r>
            <a:r>
              <a:rPr sz="2000" spc="-12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3A3535"/>
                </a:solidFill>
                <a:latin typeface="Trebuchet MS"/>
                <a:cs typeface="Trebuchet MS"/>
              </a:rPr>
              <a:t>the</a:t>
            </a:r>
            <a:r>
              <a:rPr sz="2000" spc="-16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35" dirty="0">
                <a:solidFill>
                  <a:srgbClr val="3A3535"/>
                </a:solidFill>
                <a:latin typeface="Trebuchet MS"/>
                <a:cs typeface="Trebuchet MS"/>
              </a:rPr>
              <a:t>system</a:t>
            </a:r>
            <a:r>
              <a:rPr sz="2000" spc="-16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3A3535"/>
                </a:solidFill>
                <a:latin typeface="Trebuchet MS"/>
                <a:cs typeface="Trebuchet MS"/>
              </a:rPr>
              <a:t>interprets</a:t>
            </a:r>
            <a:r>
              <a:rPr sz="2000" spc="-14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3A3535"/>
                </a:solidFill>
                <a:latin typeface="Trebuchet MS"/>
                <a:cs typeface="Trebuchet MS"/>
              </a:rPr>
              <a:t>this</a:t>
            </a:r>
            <a:r>
              <a:rPr sz="2000" spc="-22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55" dirty="0">
                <a:solidFill>
                  <a:srgbClr val="3A3535"/>
                </a:solidFill>
                <a:latin typeface="Trebuchet MS"/>
                <a:cs typeface="Trebuchet MS"/>
              </a:rPr>
              <a:t>as </a:t>
            </a:r>
            <a:r>
              <a:rPr sz="2000" dirty="0">
                <a:solidFill>
                  <a:srgbClr val="3A3535"/>
                </a:solidFill>
                <a:latin typeface="Trebuchet MS"/>
                <a:cs typeface="Trebuchet MS"/>
              </a:rPr>
              <a:t>a</a:t>
            </a:r>
            <a:r>
              <a:rPr sz="2000" spc="-17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A3535"/>
                </a:solidFill>
                <a:latin typeface="Trebuchet MS"/>
                <a:cs typeface="Trebuchet MS"/>
              </a:rPr>
              <a:t>'pinch'</a:t>
            </a:r>
            <a:r>
              <a:rPr sz="2000" spc="-9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3A3535"/>
                </a:solidFill>
                <a:latin typeface="Trebuchet MS"/>
                <a:cs typeface="Trebuchet MS"/>
              </a:rPr>
              <a:t>gesture,</a:t>
            </a:r>
            <a:r>
              <a:rPr sz="2000" spc="-114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3A3535"/>
                </a:solidFill>
                <a:latin typeface="Trebuchet MS"/>
                <a:cs typeface="Trebuchet MS"/>
              </a:rPr>
              <a:t>setting</a:t>
            </a:r>
            <a:r>
              <a:rPr sz="2000" spc="-14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3A3535"/>
                </a:solidFill>
                <a:latin typeface="Trebuchet MS"/>
                <a:cs typeface="Trebuchet MS"/>
              </a:rPr>
              <a:t>the </a:t>
            </a:r>
            <a:r>
              <a:rPr sz="2000" spc="-60" dirty="0">
                <a:solidFill>
                  <a:srgbClr val="3A3535"/>
                </a:solidFill>
                <a:latin typeface="Trebuchet MS"/>
                <a:cs typeface="Trebuchet MS"/>
              </a:rPr>
              <a:t>volume</a:t>
            </a:r>
            <a:r>
              <a:rPr sz="2000" spc="-17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10" dirty="0">
                <a:solidFill>
                  <a:srgbClr val="3A3535"/>
                </a:solidFill>
                <a:latin typeface="Trebuchet MS"/>
                <a:cs typeface="Trebuchet MS"/>
              </a:rPr>
              <a:t>to</a:t>
            </a:r>
            <a:r>
              <a:rPr sz="2000" spc="-114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60" dirty="0">
                <a:solidFill>
                  <a:srgbClr val="00C090"/>
                </a:solidFill>
                <a:latin typeface="Trebuchet MS"/>
                <a:cs typeface="Trebuchet MS"/>
              </a:rPr>
              <a:t>0%</a:t>
            </a:r>
            <a:r>
              <a:rPr sz="2000" spc="60" dirty="0">
                <a:solidFill>
                  <a:srgbClr val="3A3535"/>
                </a:solidFill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166359" y="5205221"/>
            <a:ext cx="4286250" cy="2327275"/>
            <a:chOff x="5166359" y="5205221"/>
            <a:chExt cx="4286250" cy="2327275"/>
          </a:xfrm>
        </p:grpSpPr>
        <p:sp>
          <p:nvSpPr>
            <p:cNvPr id="13" name="object 13"/>
            <p:cNvSpPr/>
            <p:nvPr/>
          </p:nvSpPr>
          <p:spPr>
            <a:xfrm>
              <a:off x="5198363" y="5216651"/>
              <a:ext cx="4243070" cy="2304415"/>
            </a:xfrm>
            <a:custGeom>
              <a:avLst/>
              <a:gdLst/>
              <a:ahLst/>
              <a:cxnLst/>
              <a:rect l="l" t="t" r="r" b="b"/>
              <a:pathLst>
                <a:path w="4243070" h="2304415">
                  <a:moveTo>
                    <a:pt x="4132961" y="0"/>
                  </a:moveTo>
                  <a:lnTo>
                    <a:pt x="109855" y="0"/>
                  </a:lnTo>
                  <a:lnTo>
                    <a:pt x="67079" y="8628"/>
                  </a:lnTo>
                  <a:lnTo>
                    <a:pt x="32162" y="32162"/>
                  </a:lnTo>
                  <a:lnTo>
                    <a:pt x="8628" y="67079"/>
                  </a:lnTo>
                  <a:lnTo>
                    <a:pt x="0" y="109855"/>
                  </a:lnTo>
                  <a:lnTo>
                    <a:pt x="0" y="2194369"/>
                  </a:lnTo>
                  <a:lnTo>
                    <a:pt x="8628" y="2237154"/>
                  </a:lnTo>
                  <a:lnTo>
                    <a:pt x="32162" y="2272093"/>
                  </a:lnTo>
                  <a:lnTo>
                    <a:pt x="67079" y="2295650"/>
                  </a:lnTo>
                  <a:lnTo>
                    <a:pt x="109855" y="2304288"/>
                  </a:lnTo>
                  <a:lnTo>
                    <a:pt x="4132961" y="2304288"/>
                  </a:lnTo>
                  <a:lnTo>
                    <a:pt x="4175736" y="2295650"/>
                  </a:lnTo>
                  <a:lnTo>
                    <a:pt x="4210653" y="2272093"/>
                  </a:lnTo>
                  <a:lnTo>
                    <a:pt x="4234187" y="2237154"/>
                  </a:lnTo>
                  <a:lnTo>
                    <a:pt x="4242816" y="2194369"/>
                  </a:lnTo>
                  <a:lnTo>
                    <a:pt x="4242816" y="109855"/>
                  </a:lnTo>
                  <a:lnTo>
                    <a:pt x="4234187" y="67079"/>
                  </a:lnTo>
                  <a:lnTo>
                    <a:pt x="4210653" y="32162"/>
                  </a:lnTo>
                  <a:lnTo>
                    <a:pt x="4175736" y="8628"/>
                  </a:lnTo>
                  <a:lnTo>
                    <a:pt x="4132961" y="0"/>
                  </a:lnTo>
                  <a:close/>
                </a:path>
              </a:pathLst>
            </a:custGeom>
            <a:solidFill>
              <a:srgbClr val="FF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98363" y="5216651"/>
              <a:ext cx="4243070" cy="2304415"/>
            </a:xfrm>
            <a:custGeom>
              <a:avLst/>
              <a:gdLst/>
              <a:ahLst/>
              <a:cxnLst/>
              <a:rect l="l" t="t" r="r" b="b"/>
              <a:pathLst>
                <a:path w="4243070" h="2304415">
                  <a:moveTo>
                    <a:pt x="0" y="109855"/>
                  </a:moveTo>
                  <a:lnTo>
                    <a:pt x="8628" y="67079"/>
                  </a:lnTo>
                  <a:lnTo>
                    <a:pt x="32162" y="32162"/>
                  </a:lnTo>
                  <a:lnTo>
                    <a:pt x="67079" y="8628"/>
                  </a:lnTo>
                  <a:lnTo>
                    <a:pt x="109855" y="0"/>
                  </a:lnTo>
                  <a:lnTo>
                    <a:pt x="4132961" y="0"/>
                  </a:lnTo>
                  <a:lnTo>
                    <a:pt x="4175736" y="8628"/>
                  </a:lnTo>
                  <a:lnTo>
                    <a:pt x="4210653" y="32162"/>
                  </a:lnTo>
                  <a:lnTo>
                    <a:pt x="4234187" y="67079"/>
                  </a:lnTo>
                  <a:lnTo>
                    <a:pt x="4242816" y="109855"/>
                  </a:lnTo>
                  <a:lnTo>
                    <a:pt x="4242816" y="2194369"/>
                  </a:lnTo>
                  <a:lnTo>
                    <a:pt x="4234187" y="2237154"/>
                  </a:lnTo>
                  <a:lnTo>
                    <a:pt x="4210653" y="2272093"/>
                  </a:lnTo>
                  <a:lnTo>
                    <a:pt x="4175736" y="2295650"/>
                  </a:lnTo>
                  <a:lnTo>
                    <a:pt x="4132961" y="2304288"/>
                  </a:lnTo>
                  <a:lnTo>
                    <a:pt x="109855" y="2304288"/>
                  </a:lnTo>
                  <a:lnTo>
                    <a:pt x="67079" y="2295650"/>
                  </a:lnTo>
                  <a:lnTo>
                    <a:pt x="32162" y="2272093"/>
                  </a:lnTo>
                  <a:lnTo>
                    <a:pt x="8628" y="2237154"/>
                  </a:lnTo>
                  <a:lnTo>
                    <a:pt x="0" y="2194369"/>
                  </a:lnTo>
                  <a:lnTo>
                    <a:pt x="0" y="109855"/>
                  </a:lnTo>
                  <a:close/>
                </a:path>
              </a:pathLst>
            </a:custGeom>
            <a:ln w="22860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66359" y="5212079"/>
              <a:ext cx="91440" cy="2304415"/>
            </a:xfrm>
            <a:custGeom>
              <a:avLst/>
              <a:gdLst/>
              <a:ahLst/>
              <a:cxnLst/>
              <a:rect l="l" t="t" r="r" b="b"/>
              <a:pathLst>
                <a:path w="91439" h="2304415">
                  <a:moveTo>
                    <a:pt x="45719" y="0"/>
                  </a:move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2258568"/>
                  </a:lnTo>
                  <a:lnTo>
                    <a:pt x="3589" y="2276363"/>
                  </a:lnTo>
                  <a:lnTo>
                    <a:pt x="13382" y="2290895"/>
                  </a:lnTo>
                  <a:lnTo>
                    <a:pt x="27914" y="2300694"/>
                  </a:lnTo>
                  <a:lnTo>
                    <a:pt x="45719" y="2304288"/>
                  </a:lnTo>
                  <a:lnTo>
                    <a:pt x="63525" y="2300694"/>
                  </a:lnTo>
                  <a:lnTo>
                    <a:pt x="78057" y="2290895"/>
                  </a:lnTo>
                  <a:lnTo>
                    <a:pt x="87850" y="2276363"/>
                  </a:lnTo>
                  <a:lnTo>
                    <a:pt x="91439" y="2258568"/>
                  </a:lnTo>
                  <a:lnTo>
                    <a:pt x="91439" y="45720"/>
                  </a:lnTo>
                  <a:lnTo>
                    <a:pt x="87850" y="27914"/>
                  </a:lnTo>
                  <a:lnTo>
                    <a:pt x="78057" y="13382"/>
                  </a:lnTo>
                  <a:lnTo>
                    <a:pt x="63525" y="3589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1A2C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457316" y="5237393"/>
            <a:ext cx="3655695" cy="205930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2350" b="1" spc="-45" dirty="0">
                <a:solidFill>
                  <a:srgbClr val="3A3535"/>
                </a:solidFill>
                <a:latin typeface="Trebuchet MS"/>
                <a:cs typeface="Trebuchet MS"/>
              </a:rPr>
              <a:t>Expand</a:t>
            </a:r>
            <a:r>
              <a:rPr sz="2350" b="1" spc="-15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3A3535"/>
                </a:solidFill>
                <a:latin typeface="Trebuchet MS"/>
                <a:cs typeface="Trebuchet MS"/>
              </a:rPr>
              <a:t>Gesture</a:t>
            </a:r>
            <a:endParaRPr sz="2350">
              <a:latin typeface="Trebuchet MS"/>
              <a:cs typeface="Trebuchet MS"/>
            </a:endParaRPr>
          </a:p>
          <a:p>
            <a:pPr marL="12700" marR="5080">
              <a:lnSpc>
                <a:spcPct val="96100"/>
              </a:lnSpc>
              <a:spcBef>
                <a:spcPts val="810"/>
              </a:spcBef>
            </a:pPr>
            <a:r>
              <a:rPr sz="2000" spc="-125" dirty="0">
                <a:solidFill>
                  <a:srgbClr val="3A3535"/>
                </a:solidFill>
                <a:latin typeface="Trebuchet MS"/>
                <a:cs typeface="Trebuchet MS"/>
              </a:rPr>
              <a:t>If</a:t>
            </a:r>
            <a:r>
              <a:rPr sz="2000" spc="-21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3A3535"/>
                </a:solidFill>
                <a:latin typeface="Trebuchet MS"/>
                <a:cs typeface="Trebuchet MS"/>
              </a:rPr>
              <a:t>the</a:t>
            </a:r>
            <a:r>
              <a:rPr sz="2000" spc="-17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3A3535"/>
                </a:solidFill>
                <a:latin typeface="Trebuchet MS"/>
                <a:cs typeface="Trebuchet MS"/>
              </a:rPr>
              <a:t>distance</a:t>
            </a:r>
            <a:r>
              <a:rPr sz="2000" spc="-16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3A3535"/>
                </a:solidFill>
                <a:latin typeface="Trebuchet MS"/>
                <a:cs typeface="Trebuchet MS"/>
              </a:rPr>
              <a:t>between</a:t>
            </a:r>
            <a:r>
              <a:rPr sz="2000" spc="-22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3A3535"/>
                </a:solidFill>
                <a:latin typeface="Trebuchet MS"/>
                <a:cs typeface="Trebuchet MS"/>
              </a:rPr>
              <a:t>the</a:t>
            </a:r>
            <a:r>
              <a:rPr sz="2000" spc="-17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3A3535"/>
                </a:solidFill>
                <a:latin typeface="Trebuchet MS"/>
                <a:cs typeface="Trebuchet MS"/>
              </a:rPr>
              <a:t>thumb </a:t>
            </a:r>
            <a:r>
              <a:rPr sz="2000" spc="-30" dirty="0">
                <a:solidFill>
                  <a:srgbClr val="3A3535"/>
                </a:solidFill>
                <a:latin typeface="Trebuchet MS"/>
                <a:cs typeface="Trebuchet MS"/>
              </a:rPr>
              <a:t>and</a:t>
            </a:r>
            <a:r>
              <a:rPr sz="2000" spc="-17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3A3535"/>
                </a:solidFill>
                <a:latin typeface="Trebuchet MS"/>
                <a:cs typeface="Trebuchet MS"/>
              </a:rPr>
              <a:t>index</a:t>
            </a:r>
            <a:r>
              <a:rPr sz="2000" spc="-18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10" dirty="0">
                <a:solidFill>
                  <a:srgbClr val="3A3535"/>
                </a:solidFill>
                <a:latin typeface="Trebuchet MS"/>
                <a:cs typeface="Trebuchet MS"/>
              </a:rPr>
              <a:t>finger</a:t>
            </a:r>
            <a:r>
              <a:rPr sz="2000" spc="-13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3A3535"/>
                </a:solidFill>
                <a:latin typeface="Trebuchet MS"/>
                <a:cs typeface="Trebuchet MS"/>
              </a:rPr>
              <a:t>exceeds</a:t>
            </a:r>
            <a:r>
              <a:rPr sz="2000" spc="-22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3A3535"/>
                </a:solidFill>
                <a:latin typeface="Trebuchet MS"/>
                <a:cs typeface="Trebuchet MS"/>
              </a:rPr>
              <a:t>200 </a:t>
            </a:r>
            <a:r>
              <a:rPr sz="2000" spc="-100" dirty="0">
                <a:solidFill>
                  <a:srgbClr val="3A3535"/>
                </a:solidFill>
                <a:latin typeface="Trebuchet MS"/>
                <a:cs typeface="Trebuchet MS"/>
              </a:rPr>
              <a:t>pixels,</a:t>
            </a:r>
            <a:r>
              <a:rPr sz="2000" spc="-12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3A3535"/>
                </a:solidFill>
                <a:latin typeface="Trebuchet MS"/>
                <a:cs typeface="Trebuchet MS"/>
              </a:rPr>
              <a:t>this</a:t>
            </a:r>
            <a:r>
              <a:rPr sz="2000" spc="-229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3A3535"/>
                </a:solidFill>
                <a:latin typeface="Trebuchet MS"/>
                <a:cs typeface="Trebuchet MS"/>
              </a:rPr>
              <a:t>signifies</a:t>
            </a:r>
            <a:r>
              <a:rPr sz="2000" spc="-15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35" dirty="0">
                <a:solidFill>
                  <a:srgbClr val="3A3535"/>
                </a:solidFill>
                <a:latin typeface="Trebuchet MS"/>
                <a:cs typeface="Trebuchet MS"/>
              </a:rPr>
              <a:t>an</a:t>
            </a:r>
            <a:r>
              <a:rPr sz="2000" spc="-14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A3535"/>
                </a:solidFill>
                <a:latin typeface="Trebuchet MS"/>
                <a:cs typeface="Trebuchet MS"/>
              </a:rPr>
              <a:t>'expand' </a:t>
            </a:r>
            <a:r>
              <a:rPr sz="2000" spc="-100" dirty="0">
                <a:solidFill>
                  <a:srgbClr val="3A3535"/>
                </a:solidFill>
                <a:latin typeface="Trebuchet MS"/>
                <a:cs typeface="Trebuchet MS"/>
              </a:rPr>
              <a:t>gesture,</a:t>
            </a:r>
            <a:r>
              <a:rPr sz="2000" spc="-12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3A3535"/>
                </a:solidFill>
                <a:latin typeface="Trebuchet MS"/>
                <a:cs typeface="Trebuchet MS"/>
              </a:rPr>
              <a:t>setting</a:t>
            </a:r>
            <a:r>
              <a:rPr sz="2000" spc="-14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3A3535"/>
                </a:solidFill>
                <a:latin typeface="Trebuchet MS"/>
                <a:cs typeface="Trebuchet MS"/>
              </a:rPr>
              <a:t>the</a:t>
            </a:r>
            <a:r>
              <a:rPr sz="2000" spc="-15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3A3535"/>
                </a:solidFill>
                <a:latin typeface="Trebuchet MS"/>
                <a:cs typeface="Trebuchet MS"/>
              </a:rPr>
              <a:t>volume</a:t>
            </a:r>
            <a:r>
              <a:rPr sz="2000" spc="-15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3A3535"/>
                </a:solidFill>
                <a:latin typeface="Trebuchet MS"/>
                <a:cs typeface="Trebuchet MS"/>
              </a:rPr>
              <a:t>to </a:t>
            </a:r>
            <a:r>
              <a:rPr sz="2000" spc="40" dirty="0">
                <a:solidFill>
                  <a:srgbClr val="00C090"/>
                </a:solidFill>
                <a:latin typeface="Trebuchet MS"/>
                <a:cs typeface="Trebuchet MS"/>
              </a:rPr>
              <a:t>100%</a:t>
            </a:r>
            <a:r>
              <a:rPr sz="2000" spc="40" dirty="0">
                <a:solidFill>
                  <a:srgbClr val="3A3535"/>
                </a:solidFill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601200" y="5205221"/>
            <a:ext cx="4286250" cy="2327275"/>
            <a:chOff x="9601200" y="5205221"/>
            <a:chExt cx="4286250" cy="2327275"/>
          </a:xfrm>
        </p:grpSpPr>
        <p:sp>
          <p:nvSpPr>
            <p:cNvPr id="18" name="object 18"/>
            <p:cNvSpPr/>
            <p:nvPr/>
          </p:nvSpPr>
          <p:spPr>
            <a:xfrm>
              <a:off x="9624059" y="5216651"/>
              <a:ext cx="4251960" cy="2304415"/>
            </a:xfrm>
            <a:custGeom>
              <a:avLst/>
              <a:gdLst/>
              <a:ahLst/>
              <a:cxnLst/>
              <a:rect l="l" t="t" r="r" b="b"/>
              <a:pathLst>
                <a:path w="4251959" h="2304415">
                  <a:moveTo>
                    <a:pt x="4142105" y="0"/>
                  </a:moveTo>
                  <a:lnTo>
                    <a:pt x="109855" y="0"/>
                  </a:lnTo>
                  <a:lnTo>
                    <a:pt x="67079" y="8628"/>
                  </a:lnTo>
                  <a:lnTo>
                    <a:pt x="32162" y="32162"/>
                  </a:lnTo>
                  <a:lnTo>
                    <a:pt x="8628" y="67079"/>
                  </a:lnTo>
                  <a:lnTo>
                    <a:pt x="0" y="109855"/>
                  </a:lnTo>
                  <a:lnTo>
                    <a:pt x="0" y="2194382"/>
                  </a:lnTo>
                  <a:lnTo>
                    <a:pt x="8628" y="2237159"/>
                  </a:lnTo>
                  <a:lnTo>
                    <a:pt x="32162" y="2272095"/>
                  </a:lnTo>
                  <a:lnTo>
                    <a:pt x="67079" y="2295650"/>
                  </a:lnTo>
                  <a:lnTo>
                    <a:pt x="109855" y="2304288"/>
                  </a:lnTo>
                  <a:lnTo>
                    <a:pt x="4142105" y="2304288"/>
                  </a:lnTo>
                  <a:lnTo>
                    <a:pt x="4184880" y="2295650"/>
                  </a:lnTo>
                  <a:lnTo>
                    <a:pt x="4219797" y="2272095"/>
                  </a:lnTo>
                  <a:lnTo>
                    <a:pt x="4243331" y="2237159"/>
                  </a:lnTo>
                  <a:lnTo>
                    <a:pt x="4251959" y="2194382"/>
                  </a:lnTo>
                  <a:lnTo>
                    <a:pt x="4251959" y="109855"/>
                  </a:lnTo>
                  <a:lnTo>
                    <a:pt x="4243331" y="67079"/>
                  </a:lnTo>
                  <a:lnTo>
                    <a:pt x="4219797" y="32162"/>
                  </a:lnTo>
                  <a:lnTo>
                    <a:pt x="4184880" y="8628"/>
                  </a:lnTo>
                  <a:lnTo>
                    <a:pt x="4142105" y="0"/>
                  </a:lnTo>
                  <a:close/>
                </a:path>
              </a:pathLst>
            </a:custGeom>
            <a:solidFill>
              <a:srgbClr val="FF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624059" y="5216651"/>
              <a:ext cx="4251960" cy="2304415"/>
            </a:xfrm>
            <a:custGeom>
              <a:avLst/>
              <a:gdLst/>
              <a:ahLst/>
              <a:cxnLst/>
              <a:rect l="l" t="t" r="r" b="b"/>
              <a:pathLst>
                <a:path w="4251959" h="2304415">
                  <a:moveTo>
                    <a:pt x="0" y="109855"/>
                  </a:moveTo>
                  <a:lnTo>
                    <a:pt x="8628" y="67079"/>
                  </a:lnTo>
                  <a:lnTo>
                    <a:pt x="32162" y="32162"/>
                  </a:lnTo>
                  <a:lnTo>
                    <a:pt x="67079" y="8628"/>
                  </a:lnTo>
                  <a:lnTo>
                    <a:pt x="109855" y="0"/>
                  </a:lnTo>
                  <a:lnTo>
                    <a:pt x="4142105" y="0"/>
                  </a:lnTo>
                  <a:lnTo>
                    <a:pt x="4184880" y="8628"/>
                  </a:lnTo>
                  <a:lnTo>
                    <a:pt x="4219797" y="32162"/>
                  </a:lnTo>
                  <a:lnTo>
                    <a:pt x="4243331" y="67079"/>
                  </a:lnTo>
                  <a:lnTo>
                    <a:pt x="4251959" y="109855"/>
                  </a:lnTo>
                  <a:lnTo>
                    <a:pt x="4251959" y="2194382"/>
                  </a:lnTo>
                  <a:lnTo>
                    <a:pt x="4243331" y="2237159"/>
                  </a:lnTo>
                  <a:lnTo>
                    <a:pt x="4219797" y="2272095"/>
                  </a:lnTo>
                  <a:lnTo>
                    <a:pt x="4184880" y="2295650"/>
                  </a:lnTo>
                  <a:lnTo>
                    <a:pt x="4142105" y="2304288"/>
                  </a:lnTo>
                  <a:lnTo>
                    <a:pt x="109855" y="2304288"/>
                  </a:lnTo>
                  <a:lnTo>
                    <a:pt x="67079" y="2295650"/>
                  </a:lnTo>
                  <a:lnTo>
                    <a:pt x="32162" y="2272095"/>
                  </a:lnTo>
                  <a:lnTo>
                    <a:pt x="8628" y="2237159"/>
                  </a:lnTo>
                  <a:lnTo>
                    <a:pt x="0" y="2194382"/>
                  </a:lnTo>
                  <a:lnTo>
                    <a:pt x="0" y="109855"/>
                  </a:lnTo>
                  <a:close/>
                </a:path>
              </a:pathLst>
            </a:custGeom>
            <a:ln w="22860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601200" y="5212079"/>
              <a:ext cx="91440" cy="2304415"/>
            </a:xfrm>
            <a:custGeom>
              <a:avLst/>
              <a:gdLst/>
              <a:ahLst/>
              <a:cxnLst/>
              <a:rect l="l" t="t" r="r" b="b"/>
              <a:pathLst>
                <a:path w="91440" h="2304415">
                  <a:moveTo>
                    <a:pt x="45720" y="0"/>
                  </a:move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2258568"/>
                  </a:lnTo>
                  <a:lnTo>
                    <a:pt x="3589" y="2276363"/>
                  </a:lnTo>
                  <a:lnTo>
                    <a:pt x="13382" y="2290895"/>
                  </a:lnTo>
                  <a:lnTo>
                    <a:pt x="27914" y="2300694"/>
                  </a:lnTo>
                  <a:lnTo>
                    <a:pt x="45720" y="2304288"/>
                  </a:lnTo>
                  <a:lnTo>
                    <a:pt x="63525" y="2300694"/>
                  </a:lnTo>
                  <a:lnTo>
                    <a:pt x="78057" y="2290895"/>
                  </a:lnTo>
                  <a:lnTo>
                    <a:pt x="87850" y="2276363"/>
                  </a:lnTo>
                  <a:lnTo>
                    <a:pt x="91440" y="2258568"/>
                  </a:lnTo>
                  <a:lnTo>
                    <a:pt x="91440" y="45720"/>
                  </a:lnTo>
                  <a:lnTo>
                    <a:pt x="87850" y="27914"/>
                  </a:lnTo>
                  <a:lnTo>
                    <a:pt x="78057" y="13382"/>
                  </a:lnTo>
                  <a:lnTo>
                    <a:pt x="63525" y="3589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1A2C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892410" y="5237393"/>
            <a:ext cx="3742054" cy="205930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2350" b="1" spc="-40" dirty="0">
                <a:solidFill>
                  <a:srgbClr val="3A3535"/>
                </a:solidFill>
                <a:latin typeface="Trebuchet MS"/>
                <a:cs typeface="Trebuchet MS"/>
              </a:rPr>
              <a:t>Volume</a:t>
            </a:r>
            <a:r>
              <a:rPr sz="2350" b="1" spc="-20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3A3535"/>
                </a:solidFill>
                <a:latin typeface="Trebuchet MS"/>
                <a:cs typeface="Trebuchet MS"/>
              </a:rPr>
              <a:t>Smoothing</a:t>
            </a:r>
            <a:endParaRPr sz="2350">
              <a:latin typeface="Trebuchet MS"/>
              <a:cs typeface="Trebuchet MS"/>
            </a:endParaRPr>
          </a:p>
          <a:p>
            <a:pPr marL="12700" marR="5080">
              <a:lnSpc>
                <a:spcPct val="96100"/>
              </a:lnSpc>
              <a:spcBef>
                <a:spcPts val="810"/>
              </a:spcBef>
            </a:pPr>
            <a:r>
              <a:rPr sz="2000" spc="-195" dirty="0">
                <a:solidFill>
                  <a:srgbClr val="3A3535"/>
                </a:solidFill>
                <a:latin typeface="Trebuchet MS"/>
                <a:cs typeface="Trebuchet MS"/>
              </a:rPr>
              <a:t>To</a:t>
            </a:r>
            <a:r>
              <a:rPr sz="2000" spc="-22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35" dirty="0">
                <a:solidFill>
                  <a:srgbClr val="3A3535"/>
                </a:solidFill>
                <a:latin typeface="Trebuchet MS"/>
                <a:cs typeface="Trebuchet MS"/>
              </a:rPr>
              <a:t>ensure</a:t>
            </a:r>
            <a:r>
              <a:rPr sz="2000" spc="-16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A3535"/>
                </a:solidFill>
                <a:latin typeface="Trebuchet MS"/>
                <a:cs typeface="Trebuchet MS"/>
              </a:rPr>
              <a:t>a</a:t>
            </a:r>
            <a:r>
              <a:rPr sz="2000" spc="-17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3A3535"/>
                </a:solidFill>
                <a:latin typeface="Trebuchet MS"/>
                <a:cs typeface="Trebuchet MS"/>
              </a:rPr>
              <a:t>stable</a:t>
            </a:r>
            <a:r>
              <a:rPr sz="2000" spc="-15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30" dirty="0">
                <a:solidFill>
                  <a:srgbClr val="3A3535"/>
                </a:solidFill>
                <a:latin typeface="Trebuchet MS"/>
                <a:cs typeface="Trebuchet MS"/>
              </a:rPr>
              <a:t>and</a:t>
            </a:r>
            <a:r>
              <a:rPr sz="2000" spc="-16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20" dirty="0">
                <a:solidFill>
                  <a:srgbClr val="3A3535"/>
                </a:solidFill>
                <a:latin typeface="Trebuchet MS"/>
                <a:cs typeface="Trebuchet MS"/>
              </a:rPr>
              <a:t>flicker-</a:t>
            </a:r>
            <a:r>
              <a:rPr sz="2000" spc="-20" dirty="0">
                <a:solidFill>
                  <a:srgbClr val="3A3535"/>
                </a:solidFill>
                <a:latin typeface="Trebuchet MS"/>
                <a:cs typeface="Trebuchet MS"/>
              </a:rPr>
              <a:t>free </a:t>
            </a:r>
            <a:r>
              <a:rPr sz="2000" spc="-95" dirty="0">
                <a:solidFill>
                  <a:srgbClr val="3A3535"/>
                </a:solidFill>
                <a:latin typeface="Trebuchet MS"/>
                <a:cs typeface="Trebuchet MS"/>
              </a:rPr>
              <a:t>experience,</a:t>
            </a:r>
            <a:r>
              <a:rPr sz="2000" spc="-20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A3535"/>
                </a:solidFill>
                <a:latin typeface="Trebuchet MS"/>
                <a:cs typeface="Trebuchet MS"/>
              </a:rPr>
              <a:t>a</a:t>
            </a:r>
            <a:r>
              <a:rPr sz="2000" spc="-17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70" dirty="0">
                <a:solidFill>
                  <a:srgbClr val="3A3535"/>
                </a:solidFill>
                <a:latin typeface="Trebuchet MS"/>
                <a:cs typeface="Trebuchet MS"/>
              </a:rPr>
              <a:t>history</a:t>
            </a:r>
            <a:r>
              <a:rPr sz="2000" spc="-13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A3535"/>
                </a:solidFill>
                <a:latin typeface="Trebuchet MS"/>
                <a:cs typeface="Trebuchet MS"/>
              </a:rPr>
              <a:t>buffer </a:t>
            </a:r>
            <a:r>
              <a:rPr sz="2000" spc="-60" dirty="0">
                <a:solidFill>
                  <a:srgbClr val="3A3535"/>
                </a:solidFill>
                <a:latin typeface="Trebuchet MS"/>
                <a:cs typeface="Trebuchet MS"/>
              </a:rPr>
              <a:t>averages</a:t>
            </a:r>
            <a:r>
              <a:rPr sz="2000" spc="-15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3A3535"/>
                </a:solidFill>
                <a:latin typeface="Trebuchet MS"/>
                <a:cs typeface="Trebuchet MS"/>
              </a:rPr>
              <a:t>the</a:t>
            </a:r>
            <a:r>
              <a:rPr sz="2000" spc="-16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3A3535"/>
                </a:solidFill>
                <a:latin typeface="Trebuchet MS"/>
                <a:cs typeface="Trebuchet MS"/>
              </a:rPr>
              <a:t>volume</a:t>
            </a:r>
            <a:r>
              <a:rPr sz="2000" spc="-16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3A3535"/>
                </a:solidFill>
                <a:latin typeface="Trebuchet MS"/>
                <a:cs typeface="Trebuchet MS"/>
              </a:rPr>
              <a:t>over</a:t>
            </a:r>
            <a:r>
              <a:rPr sz="2000" spc="-13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3A3535"/>
                </a:solidFill>
                <a:latin typeface="Trebuchet MS"/>
                <a:cs typeface="Trebuchet MS"/>
              </a:rPr>
              <a:t>the</a:t>
            </a:r>
            <a:r>
              <a:rPr sz="2000" spc="-16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3A3535"/>
                </a:solidFill>
                <a:latin typeface="Trebuchet MS"/>
                <a:cs typeface="Trebuchet MS"/>
              </a:rPr>
              <a:t>last</a:t>
            </a:r>
            <a:r>
              <a:rPr sz="2000" spc="-19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3A3535"/>
                </a:solidFill>
                <a:latin typeface="Trebuchet MS"/>
                <a:cs typeface="Trebuchet MS"/>
              </a:rPr>
              <a:t>5 </a:t>
            </a:r>
            <a:r>
              <a:rPr sz="2000" spc="-90" dirty="0">
                <a:solidFill>
                  <a:srgbClr val="3A3535"/>
                </a:solidFill>
                <a:latin typeface="Trebuchet MS"/>
                <a:cs typeface="Trebuchet MS"/>
              </a:rPr>
              <a:t>frames,</a:t>
            </a:r>
            <a:r>
              <a:rPr sz="2000" spc="-12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3A3535"/>
                </a:solidFill>
                <a:latin typeface="Trebuchet MS"/>
                <a:cs typeface="Trebuchet MS"/>
              </a:rPr>
              <a:t>preventing</a:t>
            </a:r>
            <a:r>
              <a:rPr sz="2000" spc="-14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A3535"/>
                </a:solidFill>
                <a:latin typeface="Trebuchet MS"/>
                <a:cs typeface="Trebuchet MS"/>
              </a:rPr>
              <a:t>sudden</a:t>
            </a:r>
            <a:r>
              <a:rPr sz="2000" spc="-12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3A3535"/>
                </a:solidFill>
                <a:latin typeface="Trebuchet MS"/>
                <a:cs typeface="Trebuchet MS"/>
              </a:rPr>
              <a:t>and </a:t>
            </a:r>
            <a:r>
              <a:rPr sz="2000" spc="-110" dirty="0">
                <a:solidFill>
                  <a:srgbClr val="3A3535"/>
                </a:solidFill>
                <a:latin typeface="Trebuchet MS"/>
                <a:cs typeface="Trebuchet MS"/>
              </a:rPr>
              <a:t>erratic</a:t>
            </a:r>
            <a:r>
              <a:rPr sz="2000" spc="-16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3A3535"/>
                </a:solidFill>
                <a:latin typeface="Trebuchet MS"/>
                <a:cs typeface="Trebuchet MS"/>
              </a:rPr>
              <a:t>volume</a:t>
            </a:r>
            <a:r>
              <a:rPr sz="2000" spc="-16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A3535"/>
                </a:solidFill>
                <a:latin typeface="Trebuchet MS"/>
                <a:cs typeface="Trebuchet MS"/>
              </a:rPr>
              <a:t>changes.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829031" y="7754111"/>
            <a:ext cx="1801495" cy="475615"/>
          </a:xfrm>
          <a:custGeom>
            <a:avLst/>
            <a:gdLst/>
            <a:ahLst/>
            <a:cxnLst/>
            <a:rect l="l" t="t" r="r" b="b"/>
            <a:pathLst>
              <a:path w="1801494" h="475615">
                <a:moveTo>
                  <a:pt x="1801368" y="0"/>
                </a:moveTo>
                <a:lnTo>
                  <a:pt x="0" y="0"/>
                </a:lnTo>
                <a:lnTo>
                  <a:pt x="0" y="475488"/>
                </a:lnTo>
                <a:lnTo>
                  <a:pt x="1801368" y="47548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0" dirty="0"/>
              <a:t>Conclusion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6251" y="1552917"/>
            <a:ext cx="12616180" cy="1343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95"/>
              </a:spcBef>
            </a:pPr>
            <a:r>
              <a:rPr sz="2000" spc="-114" dirty="0">
                <a:solidFill>
                  <a:srgbClr val="3A3535"/>
                </a:solidFill>
                <a:latin typeface="Trebuchet MS"/>
                <a:cs typeface="Trebuchet MS"/>
              </a:rPr>
              <a:t>The</a:t>
            </a:r>
            <a:r>
              <a:rPr sz="2000" spc="-16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b="1" spc="-60" dirty="0">
                <a:solidFill>
                  <a:srgbClr val="3A3535"/>
                </a:solidFill>
                <a:latin typeface="Trebuchet MS"/>
                <a:cs typeface="Trebuchet MS"/>
              </a:rPr>
              <a:t>GestureVolume</a:t>
            </a:r>
            <a:r>
              <a:rPr sz="2000" b="1" spc="-14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3A3535"/>
                </a:solidFill>
                <a:latin typeface="Trebuchet MS"/>
                <a:cs typeface="Trebuchet MS"/>
              </a:rPr>
              <a:t>project</a:t>
            </a:r>
            <a:r>
              <a:rPr sz="2000" spc="-16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3A3535"/>
                </a:solidFill>
                <a:latin typeface="Trebuchet MS"/>
                <a:cs typeface="Trebuchet MS"/>
              </a:rPr>
              <a:t>successfully</a:t>
            </a:r>
            <a:r>
              <a:rPr sz="2000" spc="-114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3A3535"/>
                </a:solidFill>
                <a:latin typeface="Trebuchet MS"/>
                <a:cs typeface="Trebuchet MS"/>
              </a:rPr>
              <a:t>demonstrates</a:t>
            </a:r>
            <a:r>
              <a:rPr sz="2000" spc="-12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3A3535"/>
                </a:solidFill>
                <a:latin typeface="Trebuchet MS"/>
                <a:cs typeface="Trebuchet MS"/>
              </a:rPr>
              <a:t>the</a:t>
            </a:r>
            <a:r>
              <a:rPr sz="2000" spc="-14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A3535"/>
                </a:solidFill>
                <a:latin typeface="Trebuchet MS"/>
                <a:cs typeface="Trebuchet MS"/>
              </a:rPr>
              <a:t>seamless</a:t>
            </a:r>
            <a:r>
              <a:rPr sz="2000" spc="-13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3A3535"/>
                </a:solidFill>
                <a:latin typeface="Trebuchet MS"/>
                <a:cs typeface="Trebuchet MS"/>
              </a:rPr>
              <a:t>integration</a:t>
            </a:r>
            <a:r>
              <a:rPr sz="2000" spc="-19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3A3535"/>
                </a:solidFill>
                <a:latin typeface="Trebuchet MS"/>
                <a:cs typeface="Trebuchet MS"/>
              </a:rPr>
              <a:t>of</a:t>
            </a:r>
            <a:r>
              <a:rPr sz="2000" spc="-19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3A3535"/>
                </a:solidFill>
                <a:latin typeface="Trebuchet MS"/>
                <a:cs typeface="Trebuchet MS"/>
              </a:rPr>
              <a:t>Python,</a:t>
            </a:r>
            <a:r>
              <a:rPr sz="2000" spc="-10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3A3535"/>
                </a:solidFill>
                <a:latin typeface="Trebuchet MS"/>
                <a:cs typeface="Trebuchet MS"/>
              </a:rPr>
              <a:t>OpenCV,</a:t>
            </a:r>
            <a:r>
              <a:rPr sz="2000" spc="-18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A3535"/>
                </a:solidFill>
                <a:latin typeface="Trebuchet MS"/>
                <a:cs typeface="Trebuchet MS"/>
              </a:rPr>
              <a:t>and</a:t>
            </a:r>
            <a:r>
              <a:rPr sz="2000" spc="-14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3A3535"/>
                </a:solidFill>
                <a:latin typeface="Trebuchet MS"/>
                <a:cs typeface="Trebuchet MS"/>
              </a:rPr>
              <a:t>MediaPipe</a:t>
            </a:r>
            <a:r>
              <a:rPr sz="2000" spc="-13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3A3535"/>
                </a:solidFill>
                <a:latin typeface="Trebuchet MS"/>
                <a:cs typeface="Trebuchet MS"/>
              </a:rPr>
              <a:t>to </a:t>
            </a:r>
            <a:r>
              <a:rPr sz="2000" spc="-110" dirty="0">
                <a:solidFill>
                  <a:srgbClr val="3A3535"/>
                </a:solidFill>
                <a:latin typeface="Trebuchet MS"/>
                <a:cs typeface="Trebuchet MS"/>
              </a:rPr>
              <a:t>deliver </a:t>
            </a:r>
            <a:r>
              <a:rPr sz="2000" spc="-35" dirty="0">
                <a:solidFill>
                  <a:srgbClr val="3A3535"/>
                </a:solidFill>
                <a:latin typeface="Trebuchet MS"/>
                <a:cs typeface="Trebuchet MS"/>
              </a:rPr>
              <a:t>an</a:t>
            </a:r>
            <a:r>
              <a:rPr sz="2000" spc="-12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30" dirty="0">
                <a:solidFill>
                  <a:srgbClr val="3A3535"/>
                </a:solidFill>
                <a:latin typeface="Trebuchet MS"/>
                <a:cs typeface="Trebuchet MS"/>
              </a:rPr>
              <a:t>intuitive,</a:t>
            </a:r>
            <a:r>
              <a:rPr sz="2000" spc="-10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3A3535"/>
                </a:solidFill>
                <a:latin typeface="Trebuchet MS"/>
                <a:cs typeface="Trebuchet MS"/>
              </a:rPr>
              <a:t>touchless</a:t>
            </a:r>
            <a:r>
              <a:rPr sz="2000" spc="-21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A3535"/>
                </a:solidFill>
                <a:latin typeface="Trebuchet MS"/>
                <a:cs typeface="Trebuchet MS"/>
              </a:rPr>
              <a:t>Human-</a:t>
            </a:r>
            <a:r>
              <a:rPr sz="2000" spc="-35" dirty="0">
                <a:solidFill>
                  <a:srgbClr val="3A3535"/>
                </a:solidFill>
                <a:latin typeface="Trebuchet MS"/>
                <a:cs typeface="Trebuchet MS"/>
              </a:rPr>
              <a:t>Computer</a:t>
            </a:r>
            <a:r>
              <a:rPr sz="2000" spc="-19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3A3535"/>
                </a:solidFill>
                <a:latin typeface="Trebuchet MS"/>
                <a:cs typeface="Trebuchet MS"/>
              </a:rPr>
              <a:t>Interaction</a:t>
            </a:r>
            <a:r>
              <a:rPr sz="2000" spc="-12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3A3535"/>
                </a:solidFill>
                <a:latin typeface="Trebuchet MS"/>
                <a:cs typeface="Trebuchet MS"/>
              </a:rPr>
              <a:t>(HCI)</a:t>
            </a:r>
            <a:r>
              <a:rPr sz="2000" spc="-13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3A3535"/>
                </a:solidFill>
                <a:latin typeface="Trebuchet MS"/>
                <a:cs typeface="Trebuchet MS"/>
              </a:rPr>
              <a:t>interface</a:t>
            </a:r>
            <a:r>
              <a:rPr sz="2000" spc="-14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3A3535"/>
                </a:solidFill>
                <a:latin typeface="Trebuchet MS"/>
                <a:cs typeface="Trebuchet MS"/>
              </a:rPr>
              <a:t>for</a:t>
            </a:r>
            <a:r>
              <a:rPr sz="2000" spc="-19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3A3535"/>
                </a:solidFill>
                <a:latin typeface="Trebuchet MS"/>
                <a:cs typeface="Trebuchet MS"/>
              </a:rPr>
              <a:t>volume</a:t>
            </a:r>
            <a:r>
              <a:rPr sz="2000" spc="-14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3A3535"/>
                </a:solidFill>
                <a:latin typeface="Trebuchet MS"/>
                <a:cs typeface="Trebuchet MS"/>
              </a:rPr>
              <a:t>control.</a:t>
            </a:r>
            <a:r>
              <a:rPr sz="2000" spc="-18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A3535"/>
                </a:solidFill>
                <a:latin typeface="Trebuchet MS"/>
                <a:cs typeface="Trebuchet MS"/>
              </a:rPr>
              <a:t>My</a:t>
            </a:r>
            <a:r>
              <a:rPr sz="2000" spc="-20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3A3535"/>
                </a:solidFill>
                <a:latin typeface="Trebuchet MS"/>
                <a:cs typeface="Trebuchet MS"/>
              </a:rPr>
              <a:t>system</a:t>
            </a:r>
            <a:r>
              <a:rPr sz="2000" spc="-15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3A3535"/>
                </a:solidFill>
                <a:latin typeface="Trebuchet MS"/>
                <a:cs typeface="Trebuchet MS"/>
              </a:rPr>
              <a:t>achieved</a:t>
            </a:r>
            <a:r>
              <a:rPr sz="2000" spc="-14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3A3535"/>
                </a:solidFill>
                <a:latin typeface="Trebuchet MS"/>
                <a:cs typeface="Trebuchet MS"/>
              </a:rPr>
              <a:t>an </a:t>
            </a:r>
            <a:r>
              <a:rPr sz="2000" spc="-60" dirty="0">
                <a:solidFill>
                  <a:srgbClr val="3A3535"/>
                </a:solidFill>
                <a:latin typeface="Trebuchet MS"/>
                <a:cs typeface="Trebuchet MS"/>
              </a:rPr>
              <a:t>impressive</a:t>
            </a:r>
            <a:r>
              <a:rPr sz="2000" spc="-13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160" dirty="0">
                <a:solidFill>
                  <a:srgbClr val="3A3535"/>
                </a:solidFill>
                <a:latin typeface="Trebuchet MS"/>
                <a:cs typeface="Trebuchet MS"/>
              </a:rPr>
              <a:t>98%</a:t>
            </a:r>
            <a:r>
              <a:rPr sz="2000" spc="-18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3A3535"/>
                </a:solidFill>
                <a:latin typeface="Trebuchet MS"/>
                <a:cs typeface="Trebuchet MS"/>
              </a:rPr>
              <a:t>detection</a:t>
            </a:r>
            <a:r>
              <a:rPr sz="2000" spc="-19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3A3535"/>
                </a:solidFill>
                <a:latin typeface="Trebuchet MS"/>
                <a:cs typeface="Trebuchet MS"/>
              </a:rPr>
              <a:t>accuracy,</a:t>
            </a:r>
            <a:r>
              <a:rPr sz="2000" spc="-9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3A3535"/>
                </a:solidFill>
                <a:latin typeface="Trebuchet MS"/>
                <a:cs typeface="Trebuchet MS"/>
              </a:rPr>
              <a:t>maintaining</a:t>
            </a:r>
            <a:r>
              <a:rPr sz="2000" spc="-21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3A3535"/>
                </a:solidFill>
                <a:latin typeface="Trebuchet MS"/>
                <a:cs typeface="Trebuchet MS"/>
              </a:rPr>
              <a:t>low-</a:t>
            </a:r>
            <a:r>
              <a:rPr sz="2000" spc="-80" dirty="0">
                <a:solidFill>
                  <a:srgbClr val="3A3535"/>
                </a:solidFill>
                <a:latin typeface="Trebuchet MS"/>
                <a:cs typeface="Trebuchet MS"/>
              </a:rPr>
              <a:t>latency</a:t>
            </a:r>
            <a:r>
              <a:rPr sz="2000" spc="-19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3A3535"/>
                </a:solidFill>
                <a:latin typeface="Trebuchet MS"/>
                <a:cs typeface="Trebuchet MS"/>
              </a:rPr>
              <a:t>performance</a:t>
            </a:r>
            <a:r>
              <a:rPr sz="2000" spc="-13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3A3535"/>
                </a:solidFill>
                <a:latin typeface="Trebuchet MS"/>
                <a:cs typeface="Trebuchet MS"/>
              </a:rPr>
              <a:t>even</a:t>
            </a:r>
            <a:r>
              <a:rPr sz="2000" spc="-11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A3535"/>
                </a:solidFill>
                <a:latin typeface="Trebuchet MS"/>
                <a:cs typeface="Trebuchet MS"/>
              </a:rPr>
              <a:t>on</a:t>
            </a:r>
            <a:r>
              <a:rPr sz="2000" spc="-114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3A3535"/>
                </a:solidFill>
                <a:latin typeface="Trebuchet MS"/>
                <a:cs typeface="Trebuchet MS"/>
              </a:rPr>
              <a:t>standard</a:t>
            </a:r>
            <a:r>
              <a:rPr sz="2000" spc="-13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3A3535"/>
                </a:solidFill>
                <a:latin typeface="Trebuchet MS"/>
                <a:cs typeface="Trebuchet MS"/>
              </a:rPr>
              <a:t>hardware,</a:t>
            </a:r>
            <a:r>
              <a:rPr sz="2000" spc="-17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3A3535"/>
                </a:solidFill>
                <a:latin typeface="Trebuchet MS"/>
                <a:cs typeface="Trebuchet MS"/>
              </a:rPr>
              <a:t>thus</a:t>
            </a:r>
            <a:r>
              <a:rPr sz="2000" spc="-12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3A3535"/>
                </a:solidFill>
                <a:latin typeface="Trebuchet MS"/>
                <a:cs typeface="Trebuchet MS"/>
              </a:rPr>
              <a:t>providing</a:t>
            </a:r>
            <a:r>
              <a:rPr sz="2000" spc="-13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3A3535"/>
                </a:solidFill>
                <a:latin typeface="Trebuchet MS"/>
                <a:cs typeface="Trebuchet MS"/>
              </a:rPr>
              <a:t>a </a:t>
            </a:r>
            <a:r>
              <a:rPr sz="2000" spc="-85" dirty="0">
                <a:solidFill>
                  <a:srgbClr val="3A3535"/>
                </a:solidFill>
                <a:latin typeface="Trebuchet MS"/>
                <a:cs typeface="Trebuchet MS"/>
              </a:rPr>
              <a:t>highly</a:t>
            </a:r>
            <a:r>
              <a:rPr sz="2000" spc="-12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3A3535"/>
                </a:solidFill>
                <a:latin typeface="Trebuchet MS"/>
                <a:cs typeface="Trebuchet MS"/>
              </a:rPr>
              <a:t>responsive</a:t>
            </a:r>
            <a:r>
              <a:rPr sz="2000" spc="-15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30" dirty="0">
                <a:solidFill>
                  <a:srgbClr val="3A3535"/>
                </a:solidFill>
                <a:latin typeface="Trebuchet MS"/>
                <a:cs typeface="Trebuchet MS"/>
              </a:rPr>
              <a:t>and</a:t>
            </a:r>
            <a:r>
              <a:rPr sz="2000" spc="-15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3A3535"/>
                </a:solidFill>
                <a:latin typeface="Trebuchet MS"/>
                <a:cs typeface="Trebuchet MS"/>
              </a:rPr>
              <a:t>reliable</a:t>
            </a:r>
            <a:r>
              <a:rPr sz="2000" spc="-14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3A3535"/>
                </a:solidFill>
                <a:latin typeface="Trebuchet MS"/>
                <a:cs typeface="Trebuchet MS"/>
              </a:rPr>
              <a:t>user</a:t>
            </a:r>
            <a:r>
              <a:rPr sz="2000" spc="-19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A3535"/>
                </a:solidFill>
                <a:latin typeface="Trebuchet MS"/>
                <a:cs typeface="Trebuchet MS"/>
              </a:rPr>
              <a:t>experience.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6251" y="3193732"/>
            <a:ext cx="2562225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350" b="1" spc="-145" dirty="0">
                <a:solidFill>
                  <a:srgbClr val="1F1E1E"/>
                </a:solidFill>
                <a:latin typeface="Trebuchet MS"/>
                <a:cs typeface="Trebuchet MS"/>
              </a:rPr>
              <a:t>Future</a:t>
            </a:r>
            <a:r>
              <a:rPr sz="3350" b="1" spc="-295" dirty="0">
                <a:solidFill>
                  <a:srgbClr val="1F1E1E"/>
                </a:solidFill>
                <a:latin typeface="Trebuchet MS"/>
                <a:cs typeface="Trebuchet MS"/>
              </a:rPr>
              <a:t> </a:t>
            </a:r>
            <a:r>
              <a:rPr sz="3350" b="1" spc="-20" dirty="0">
                <a:solidFill>
                  <a:srgbClr val="1F1E1E"/>
                </a:solidFill>
                <a:latin typeface="Trebuchet MS"/>
                <a:cs typeface="Trebuchet MS"/>
              </a:rPr>
              <a:t>Scope</a:t>
            </a:r>
            <a:endParaRPr sz="33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1839" y="4886730"/>
            <a:ext cx="3885565" cy="1981835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2350" b="1" spc="-40" dirty="0">
                <a:solidFill>
                  <a:srgbClr val="3A3535"/>
                </a:solidFill>
                <a:latin typeface="Trebuchet MS"/>
                <a:cs typeface="Trebuchet MS"/>
              </a:rPr>
              <a:t>Expanded</a:t>
            </a:r>
            <a:r>
              <a:rPr sz="2350" b="1" spc="-15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3A3535"/>
                </a:solidFill>
                <a:latin typeface="Trebuchet MS"/>
                <a:cs typeface="Trebuchet MS"/>
              </a:rPr>
              <a:t>Gestures</a:t>
            </a:r>
            <a:endParaRPr sz="2350">
              <a:latin typeface="Trebuchet MS"/>
              <a:cs typeface="Trebuchet MS"/>
            </a:endParaRPr>
          </a:p>
          <a:p>
            <a:pPr marL="12700" marR="5080">
              <a:lnSpc>
                <a:spcPct val="108100"/>
              </a:lnSpc>
              <a:spcBef>
                <a:spcPts val="905"/>
              </a:spcBef>
            </a:pPr>
            <a:r>
              <a:rPr sz="2000" spc="-60" dirty="0">
                <a:solidFill>
                  <a:srgbClr val="3A3535"/>
                </a:solidFill>
                <a:latin typeface="Trebuchet MS"/>
                <a:cs typeface="Trebuchet MS"/>
              </a:rPr>
              <a:t>Implement</a:t>
            </a:r>
            <a:r>
              <a:rPr sz="2000" spc="-19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A3535"/>
                </a:solidFill>
                <a:latin typeface="Trebuchet MS"/>
                <a:cs typeface="Trebuchet MS"/>
              </a:rPr>
              <a:t>a</a:t>
            </a:r>
            <a:r>
              <a:rPr sz="2000" spc="-18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3A3535"/>
                </a:solidFill>
                <a:latin typeface="Trebuchet MS"/>
                <a:cs typeface="Trebuchet MS"/>
              </a:rPr>
              <a:t>wider</a:t>
            </a:r>
            <a:r>
              <a:rPr sz="2000" spc="-13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3A3535"/>
                </a:solidFill>
                <a:latin typeface="Trebuchet MS"/>
                <a:cs typeface="Trebuchet MS"/>
              </a:rPr>
              <a:t>range</a:t>
            </a:r>
            <a:r>
              <a:rPr sz="2000" spc="-16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3A3535"/>
                </a:solidFill>
                <a:latin typeface="Trebuchet MS"/>
                <a:cs typeface="Trebuchet MS"/>
              </a:rPr>
              <a:t>of</a:t>
            </a:r>
            <a:r>
              <a:rPr sz="2000" spc="-13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30" dirty="0">
                <a:solidFill>
                  <a:srgbClr val="3A3535"/>
                </a:solidFill>
                <a:latin typeface="Trebuchet MS"/>
                <a:cs typeface="Trebuchet MS"/>
              </a:rPr>
              <a:t>gestures </a:t>
            </a:r>
            <a:r>
              <a:rPr sz="2000" spc="-135" dirty="0">
                <a:solidFill>
                  <a:srgbClr val="3A3535"/>
                </a:solidFill>
                <a:latin typeface="Trebuchet MS"/>
                <a:cs typeface="Trebuchet MS"/>
              </a:rPr>
              <a:t>for</a:t>
            </a:r>
            <a:r>
              <a:rPr sz="2000" spc="-11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3A3535"/>
                </a:solidFill>
                <a:latin typeface="Trebuchet MS"/>
                <a:cs typeface="Trebuchet MS"/>
              </a:rPr>
              <a:t>comprehensive</a:t>
            </a:r>
            <a:r>
              <a:rPr sz="2000" spc="-15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3A3535"/>
                </a:solidFill>
                <a:latin typeface="Trebuchet MS"/>
                <a:cs typeface="Trebuchet MS"/>
              </a:rPr>
              <a:t>media</a:t>
            </a:r>
            <a:r>
              <a:rPr sz="2000" spc="-16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A3535"/>
                </a:solidFill>
                <a:latin typeface="Trebuchet MS"/>
                <a:cs typeface="Trebuchet MS"/>
              </a:rPr>
              <a:t>control, </a:t>
            </a:r>
            <a:r>
              <a:rPr sz="2000" spc="-55" dirty="0">
                <a:solidFill>
                  <a:srgbClr val="3A3535"/>
                </a:solidFill>
                <a:latin typeface="Trebuchet MS"/>
                <a:cs typeface="Trebuchet MS"/>
              </a:rPr>
              <a:t>including</a:t>
            </a:r>
            <a:r>
              <a:rPr sz="2000" spc="-11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3A3535"/>
                </a:solidFill>
                <a:latin typeface="Trebuchet MS"/>
                <a:cs typeface="Trebuchet MS"/>
              </a:rPr>
              <a:t>'Mute',</a:t>
            </a:r>
            <a:r>
              <a:rPr sz="2000" spc="-15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3A3535"/>
                </a:solidFill>
                <a:latin typeface="Trebuchet MS"/>
                <a:cs typeface="Trebuchet MS"/>
              </a:rPr>
              <a:t>'Play/Pause',</a:t>
            </a:r>
            <a:r>
              <a:rPr sz="2000" spc="-16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A3535"/>
                </a:solidFill>
                <a:latin typeface="Trebuchet MS"/>
                <a:cs typeface="Trebuchet MS"/>
              </a:rPr>
              <a:t>'Next </a:t>
            </a:r>
            <a:r>
              <a:rPr sz="2000" spc="-150" dirty="0">
                <a:solidFill>
                  <a:srgbClr val="3A3535"/>
                </a:solidFill>
                <a:latin typeface="Trebuchet MS"/>
                <a:cs typeface="Trebuchet MS"/>
              </a:rPr>
              <a:t>Track',</a:t>
            </a:r>
            <a:r>
              <a:rPr sz="2000" spc="-10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30" dirty="0">
                <a:solidFill>
                  <a:srgbClr val="3A3535"/>
                </a:solidFill>
                <a:latin typeface="Trebuchet MS"/>
                <a:cs typeface="Trebuchet MS"/>
              </a:rPr>
              <a:t>and</a:t>
            </a:r>
            <a:r>
              <a:rPr sz="2000" spc="-15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3A3535"/>
                </a:solidFill>
                <a:latin typeface="Trebuchet MS"/>
                <a:cs typeface="Trebuchet MS"/>
              </a:rPr>
              <a:t>'Previous</a:t>
            </a:r>
            <a:r>
              <a:rPr sz="2000" spc="-13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A3535"/>
                </a:solidFill>
                <a:latin typeface="Trebuchet MS"/>
                <a:cs typeface="Trebuchet MS"/>
              </a:rPr>
              <a:t>Track'.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951" y="4069079"/>
            <a:ext cx="13112496" cy="82296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326126" y="4886730"/>
            <a:ext cx="3783329" cy="2320290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2350" b="1" spc="-35" dirty="0">
                <a:solidFill>
                  <a:srgbClr val="3A3535"/>
                </a:solidFill>
                <a:latin typeface="Trebuchet MS"/>
                <a:cs typeface="Trebuchet MS"/>
              </a:rPr>
              <a:t>Multi-</a:t>
            </a:r>
            <a:r>
              <a:rPr sz="2350" b="1" dirty="0">
                <a:solidFill>
                  <a:srgbClr val="3A3535"/>
                </a:solidFill>
                <a:latin typeface="Trebuchet MS"/>
                <a:cs typeface="Trebuchet MS"/>
              </a:rPr>
              <a:t>Hand</a:t>
            </a:r>
            <a:r>
              <a:rPr sz="2350" b="1" spc="-5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3A3535"/>
                </a:solidFill>
                <a:latin typeface="Trebuchet MS"/>
                <a:cs typeface="Trebuchet MS"/>
              </a:rPr>
              <a:t>Support</a:t>
            </a:r>
            <a:endParaRPr sz="2350">
              <a:latin typeface="Trebuchet MS"/>
              <a:cs typeface="Trebuchet MS"/>
            </a:endParaRPr>
          </a:p>
          <a:p>
            <a:pPr marL="12700" marR="5080">
              <a:lnSpc>
                <a:spcPct val="108900"/>
              </a:lnSpc>
              <a:spcBef>
                <a:spcPts val="885"/>
              </a:spcBef>
            </a:pPr>
            <a:r>
              <a:rPr sz="2000" spc="-45" dirty="0">
                <a:solidFill>
                  <a:srgbClr val="3A3535"/>
                </a:solidFill>
                <a:latin typeface="Trebuchet MS"/>
                <a:cs typeface="Trebuchet MS"/>
              </a:rPr>
              <a:t>Develop</a:t>
            </a:r>
            <a:r>
              <a:rPr sz="2000" spc="-15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3A3535"/>
                </a:solidFill>
                <a:latin typeface="Trebuchet MS"/>
                <a:cs typeface="Trebuchet MS"/>
              </a:rPr>
              <a:t>functionality</a:t>
            </a:r>
            <a:r>
              <a:rPr sz="2000" spc="-13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10" dirty="0">
                <a:solidFill>
                  <a:srgbClr val="3A3535"/>
                </a:solidFill>
                <a:latin typeface="Trebuchet MS"/>
                <a:cs typeface="Trebuchet MS"/>
              </a:rPr>
              <a:t>to</a:t>
            </a:r>
            <a:r>
              <a:rPr sz="2000" spc="-13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A3535"/>
                </a:solidFill>
                <a:latin typeface="Trebuchet MS"/>
                <a:cs typeface="Trebuchet MS"/>
              </a:rPr>
              <a:t>recognise </a:t>
            </a:r>
            <a:r>
              <a:rPr sz="2000" spc="-30" dirty="0">
                <a:solidFill>
                  <a:srgbClr val="3A3535"/>
                </a:solidFill>
                <a:latin typeface="Trebuchet MS"/>
                <a:cs typeface="Trebuchet MS"/>
              </a:rPr>
              <a:t>and</a:t>
            </a:r>
            <a:r>
              <a:rPr sz="2000" spc="-16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A3535"/>
                </a:solidFill>
                <a:latin typeface="Trebuchet MS"/>
                <a:cs typeface="Trebuchet MS"/>
              </a:rPr>
              <a:t>process</a:t>
            </a:r>
            <a:r>
              <a:rPr sz="2000" spc="-22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3A3535"/>
                </a:solidFill>
                <a:latin typeface="Trebuchet MS"/>
                <a:cs typeface="Trebuchet MS"/>
              </a:rPr>
              <a:t>gestures</a:t>
            </a:r>
            <a:r>
              <a:rPr sz="2000" spc="-14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3A3535"/>
                </a:solidFill>
                <a:latin typeface="Trebuchet MS"/>
                <a:cs typeface="Trebuchet MS"/>
              </a:rPr>
              <a:t>from</a:t>
            </a:r>
            <a:r>
              <a:rPr sz="2000" spc="-16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3A3535"/>
                </a:solidFill>
                <a:latin typeface="Trebuchet MS"/>
                <a:cs typeface="Trebuchet MS"/>
              </a:rPr>
              <a:t>multiple </a:t>
            </a:r>
            <a:r>
              <a:rPr sz="2000" dirty="0">
                <a:solidFill>
                  <a:srgbClr val="3A3535"/>
                </a:solidFill>
                <a:latin typeface="Trebuchet MS"/>
                <a:cs typeface="Trebuchet MS"/>
              </a:rPr>
              <a:t>hands</a:t>
            </a:r>
            <a:r>
              <a:rPr sz="2000" spc="-17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3A3535"/>
                </a:solidFill>
                <a:latin typeface="Trebuchet MS"/>
                <a:cs typeface="Trebuchet MS"/>
              </a:rPr>
              <a:t>simultaneously,</a:t>
            </a:r>
            <a:r>
              <a:rPr sz="2000" spc="-14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A3535"/>
                </a:solidFill>
                <a:latin typeface="Trebuchet MS"/>
                <a:cs typeface="Trebuchet MS"/>
              </a:rPr>
              <a:t>opening </a:t>
            </a:r>
            <a:r>
              <a:rPr sz="2000" spc="-30" dirty="0">
                <a:solidFill>
                  <a:srgbClr val="3A3535"/>
                </a:solidFill>
                <a:latin typeface="Trebuchet MS"/>
                <a:cs typeface="Trebuchet MS"/>
              </a:rPr>
              <a:t>avenues</a:t>
            </a:r>
            <a:r>
              <a:rPr sz="2000" spc="-14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35" dirty="0">
                <a:solidFill>
                  <a:srgbClr val="3A3535"/>
                </a:solidFill>
                <a:latin typeface="Trebuchet MS"/>
                <a:cs typeface="Trebuchet MS"/>
              </a:rPr>
              <a:t>for</a:t>
            </a:r>
            <a:r>
              <a:rPr sz="2000" spc="-114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3A3535"/>
                </a:solidFill>
                <a:latin typeface="Trebuchet MS"/>
                <a:cs typeface="Trebuchet MS"/>
              </a:rPr>
              <a:t>collaborative</a:t>
            </a:r>
            <a:r>
              <a:rPr sz="2000" spc="-16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3A3535"/>
                </a:solidFill>
                <a:latin typeface="Trebuchet MS"/>
                <a:cs typeface="Trebuchet MS"/>
              </a:rPr>
              <a:t>or</a:t>
            </a:r>
            <a:r>
              <a:rPr sz="2000" spc="-114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3A3535"/>
                </a:solidFill>
                <a:latin typeface="Trebuchet MS"/>
                <a:cs typeface="Trebuchet MS"/>
              </a:rPr>
              <a:t>more </a:t>
            </a:r>
            <a:r>
              <a:rPr sz="2000" spc="-65" dirty="0">
                <a:solidFill>
                  <a:srgbClr val="3A3535"/>
                </a:solidFill>
                <a:latin typeface="Trebuchet MS"/>
                <a:cs typeface="Trebuchet MS"/>
              </a:rPr>
              <a:t>complex</a:t>
            </a:r>
            <a:r>
              <a:rPr sz="2000" spc="-9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A3535"/>
                </a:solidFill>
                <a:latin typeface="Trebuchet MS"/>
                <a:cs typeface="Trebuchet MS"/>
              </a:rPr>
              <a:t>controls.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00132" y="4886730"/>
            <a:ext cx="3978910" cy="2320290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2350" b="1" dirty="0">
                <a:solidFill>
                  <a:srgbClr val="3A3535"/>
                </a:solidFill>
                <a:latin typeface="Trebuchet MS"/>
                <a:cs typeface="Trebuchet MS"/>
              </a:rPr>
              <a:t>System</a:t>
            </a:r>
            <a:r>
              <a:rPr sz="2350" b="1" spc="-22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350" b="1" spc="-175" dirty="0">
                <a:solidFill>
                  <a:srgbClr val="3A3535"/>
                </a:solidFill>
                <a:latin typeface="Trebuchet MS"/>
                <a:cs typeface="Trebuchet MS"/>
              </a:rPr>
              <a:t>Tray</a:t>
            </a:r>
            <a:r>
              <a:rPr sz="2350" b="1" spc="-13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3A3535"/>
                </a:solidFill>
                <a:latin typeface="Trebuchet MS"/>
                <a:cs typeface="Trebuchet MS"/>
              </a:rPr>
              <a:t>Integration</a:t>
            </a:r>
            <a:endParaRPr sz="2350">
              <a:latin typeface="Trebuchet MS"/>
              <a:cs typeface="Trebuchet MS"/>
            </a:endParaRPr>
          </a:p>
          <a:p>
            <a:pPr marL="12700" marR="5080">
              <a:lnSpc>
                <a:spcPct val="108900"/>
              </a:lnSpc>
              <a:spcBef>
                <a:spcPts val="885"/>
              </a:spcBef>
            </a:pPr>
            <a:r>
              <a:rPr sz="2000" spc="-55" dirty="0">
                <a:solidFill>
                  <a:srgbClr val="3A3535"/>
                </a:solidFill>
                <a:latin typeface="Trebuchet MS"/>
                <a:cs typeface="Trebuchet MS"/>
              </a:rPr>
              <a:t>Package</a:t>
            </a:r>
            <a:r>
              <a:rPr sz="2000" spc="-17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3A3535"/>
                </a:solidFill>
                <a:latin typeface="Trebuchet MS"/>
                <a:cs typeface="Trebuchet MS"/>
              </a:rPr>
              <a:t>the</a:t>
            </a:r>
            <a:r>
              <a:rPr sz="2000" spc="-17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3A3535"/>
                </a:solidFill>
                <a:latin typeface="Trebuchet MS"/>
                <a:cs typeface="Trebuchet MS"/>
              </a:rPr>
              <a:t>software</a:t>
            </a:r>
            <a:r>
              <a:rPr sz="2000" spc="-17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80" dirty="0">
                <a:solidFill>
                  <a:srgbClr val="3A3535"/>
                </a:solidFill>
                <a:latin typeface="Trebuchet MS"/>
                <a:cs typeface="Trebuchet MS"/>
              </a:rPr>
              <a:t>as</a:t>
            </a:r>
            <a:r>
              <a:rPr sz="2000" spc="-16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A3535"/>
                </a:solidFill>
                <a:latin typeface="Trebuchet MS"/>
                <a:cs typeface="Trebuchet MS"/>
              </a:rPr>
              <a:t>a</a:t>
            </a:r>
            <a:r>
              <a:rPr sz="2000" spc="-19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3A3535"/>
                </a:solidFill>
                <a:latin typeface="Trebuchet MS"/>
                <a:cs typeface="Trebuchet MS"/>
              </a:rPr>
              <a:t>lightweight </a:t>
            </a:r>
            <a:r>
              <a:rPr sz="2000" spc="-50" dirty="0">
                <a:solidFill>
                  <a:srgbClr val="3A3535"/>
                </a:solidFill>
                <a:latin typeface="Trebuchet MS"/>
                <a:cs typeface="Trebuchet MS"/>
              </a:rPr>
              <a:t>background</a:t>
            </a:r>
            <a:r>
              <a:rPr sz="2000" spc="-12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3A3535"/>
                </a:solidFill>
                <a:latin typeface="Trebuchet MS"/>
                <a:cs typeface="Trebuchet MS"/>
              </a:rPr>
              <a:t>application,</a:t>
            </a:r>
            <a:r>
              <a:rPr sz="2000" spc="-6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A3535"/>
                </a:solidFill>
                <a:latin typeface="Trebuchet MS"/>
                <a:cs typeface="Trebuchet MS"/>
              </a:rPr>
              <a:t>allowing </a:t>
            </a:r>
            <a:r>
              <a:rPr sz="2000" dirty="0">
                <a:solidFill>
                  <a:srgbClr val="3A3535"/>
                </a:solidFill>
                <a:latin typeface="Trebuchet MS"/>
                <a:cs typeface="Trebuchet MS"/>
              </a:rPr>
              <a:t>users</a:t>
            </a:r>
            <a:r>
              <a:rPr sz="2000" spc="-14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10" dirty="0">
                <a:solidFill>
                  <a:srgbClr val="3A3535"/>
                </a:solidFill>
                <a:latin typeface="Trebuchet MS"/>
                <a:cs typeface="Trebuchet MS"/>
              </a:rPr>
              <a:t>to</a:t>
            </a:r>
            <a:r>
              <a:rPr sz="2000" spc="-13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3A3535"/>
                </a:solidFill>
                <a:latin typeface="Trebuchet MS"/>
                <a:cs typeface="Trebuchet MS"/>
              </a:rPr>
              <a:t>effortlessly</a:t>
            </a:r>
            <a:r>
              <a:rPr sz="2000" spc="-12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3A3535"/>
                </a:solidFill>
                <a:latin typeface="Trebuchet MS"/>
                <a:cs typeface="Trebuchet MS"/>
              </a:rPr>
              <a:t>control</a:t>
            </a:r>
            <a:r>
              <a:rPr sz="2000" spc="-19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A3535"/>
                </a:solidFill>
                <a:latin typeface="Trebuchet MS"/>
                <a:cs typeface="Trebuchet MS"/>
              </a:rPr>
              <a:t>system </a:t>
            </a:r>
            <a:r>
              <a:rPr sz="2000" spc="-55" dirty="0">
                <a:solidFill>
                  <a:srgbClr val="3A3535"/>
                </a:solidFill>
                <a:latin typeface="Trebuchet MS"/>
                <a:cs typeface="Trebuchet MS"/>
              </a:rPr>
              <a:t>volume</a:t>
            </a:r>
            <a:r>
              <a:rPr sz="2000" spc="-17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3A3535"/>
                </a:solidFill>
                <a:latin typeface="Trebuchet MS"/>
                <a:cs typeface="Trebuchet MS"/>
              </a:rPr>
              <a:t>via</a:t>
            </a:r>
            <a:r>
              <a:rPr sz="2000" spc="-19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3A3535"/>
                </a:solidFill>
                <a:latin typeface="Trebuchet MS"/>
                <a:cs typeface="Trebuchet MS"/>
              </a:rPr>
              <a:t>gestures</a:t>
            </a:r>
            <a:r>
              <a:rPr sz="2000" spc="-16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A3535"/>
                </a:solidFill>
                <a:latin typeface="Trebuchet MS"/>
                <a:cs typeface="Trebuchet MS"/>
              </a:rPr>
              <a:t>without </a:t>
            </a:r>
            <a:r>
              <a:rPr sz="2000" spc="-80" dirty="0">
                <a:solidFill>
                  <a:srgbClr val="3A3535"/>
                </a:solidFill>
                <a:latin typeface="Trebuchet MS"/>
                <a:cs typeface="Trebuchet MS"/>
              </a:rPr>
              <a:t>foreground</a:t>
            </a:r>
            <a:r>
              <a:rPr sz="2000" spc="-11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A3535"/>
                </a:solidFill>
                <a:latin typeface="Trebuchet MS"/>
                <a:cs typeface="Trebuchet MS"/>
              </a:rPr>
              <a:t>interaction.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829031" y="7754111"/>
            <a:ext cx="1801495" cy="475615"/>
          </a:xfrm>
          <a:custGeom>
            <a:avLst/>
            <a:gdLst/>
            <a:ahLst/>
            <a:cxnLst/>
            <a:rect l="l" t="t" r="r" b="b"/>
            <a:pathLst>
              <a:path w="1801494" h="475615">
                <a:moveTo>
                  <a:pt x="1801368" y="0"/>
                </a:moveTo>
                <a:lnTo>
                  <a:pt x="0" y="0"/>
                </a:lnTo>
                <a:lnTo>
                  <a:pt x="0" y="475488"/>
                </a:lnTo>
                <a:lnTo>
                  <a:pt x="1801368" y="47548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35"/>
              </a:spcBef>
            </a:pPr>
            <a:r>
              <a:rPr sz="8900" spc="165" dirty="0"/>
              <a:t>THANK</a:t>
            </a:r>
            <a:r>
              <a:rPr sz="8900" spc="-869" dirty="0"/>
              <a:t> </a:t>
            </a:r>
            <a:r>
              <a:rPr sz="8900" spc="110" dirty="0"/>
              <a:t>YOU</a:t>
            </a:r>
            <a:endParaRPr sz="8900"/>
          </a:p>
        </p:txBody>
      </p:sp>
      <p:sp>
        <p:nvSpPr>
          <p:cNvPr id="4" name="object 4"/>
          <p:cNvSpPr txBox="1"/>
          <p:nvPr/>
        </p:nvSpPr>
        <p:spPr>
          <a:xfrm>
            <a:off x="770851" y="4099242"/>
            <a:ext cx="13098780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71925" marR="5080" indent="-3959860">
              <a:lnSpc>
                <a:spcPct val="126800"/>
              </a:lnSpc>
              <a:spcBef>
                <a:spcPts val="100"/>
              </a:spcBef>
            </a:pPr>
            <a:r>
              <a:rPr sz="1800" spc="-60" dirty="0">
                <a:solidFill>
                  <a:srgbClr val="3A3535"/>
                </a:solidFill>
                <a:latin typeface="Trebuchet MS"/>
                <a:cs typeface="Trebuchet MS"/>
              </a:rPr>
              <a:t>We</a:t>
            </a:r>
            <a:r>
              <a:rPr sz="1800" spc="-13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3A3535"/>
                </a:solidFill>
                <a:latin typeface="Trebuchet MS"/>
                <a:cs typeface="Trebuchet MS"/>
              </a:rPr>
              <a:t>hope</a:t>
            </a:r>
            <a:r>
              <a:rPr sz="1800" spc="-13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3A3535"/>
                </a:solidFill>
                <a:latin typeface="Trebuchet MS"/>
                <a:cs typeface="Trebuchet MS"/>
              </a:rPr>
              <a:t>this</a:t>
            </a:r>
            <a:r>
              <a:rPr sz="1800" spc="-12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3A3535"/>
                </a:solidFill>
                <a:latin typeface="Trebuchet MS"/>
                <a:cs typeface="Trebuchet MS"/>
              </a:rPr>
              <a:t>presentation</a:t>
            </a:r>
            <a:r>
              <a:rPr sz="1800" spc="-10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A3535"/>
                </a:solidFill>
                <a:latin typeface="Trebuchet MS"/>
                <a:cs typeface="Trebuchet MS"/>
              </a:rPr>
              <a:t>has</a:t>
            </a:r>
            <a:r>
              <a:rPr sz="1800" spc="-13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A3535"/>
                </a:solidFill>
                <a:latin typeface="Trebuchet MS"/>
                <a:cs typeface="Trebuchet MS"/>
              </a:rPr>
              <a:t>provided</a:t>
            </a:r>
            <a:r>
              <a:rPr sz="1800" spc="-12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3A3535"/>
                </a:solidFill>
                <a:latin typeface="Trebuchet MS"/>
                <a:cs typeface="Trebuchet MS"/>
              </a:rPr>
              <a:t>valuable</a:t>
            </a:r>
            <a:r>
              <a:rPr sz="1800" spc="-13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3A3535"/>
                </a:solidFill>
                <a:latin typeface="Trebuchet MS"/>
                <a:cs typeface="Trebuchet MS"/>
              </a:rPr>
              <a:t>insight</a:t>
            </a:r>
            <a:r>
              <a:rPr sz="1800" spc="-12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A3535"/>
                </a:solidFill>
                <a:latin typeface="Trebuchet MS"/>
                <a:cs typeface="Trebuchet MS"/>
              </a:rPr>
              <a:t>into</a:t>
            </a:r>
            <a:r>
              <a:rPr sz="1800" spc="-114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A3535"/>
                </a:solidFill>
                <a:latin typeface="Trebuchet MS"/>
                <a:cs typeface="Trebuchet MS"/>
              </a:rPr>
              <a:t>the</a:t>
            </a:r>
            <a:r>
              <a:rPr sz="1800" spc="-21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A3535"/>
                </a:solidFill>
                <a:latin typeface="Trebuchet MS"/>
                <a:cs typeface="Trebuchet MS"/>
              </a:rPr>
              <a:t>potential</a:t>
            </a:r>
            <a:r>
              <a:rPr sz="1800" spc="-15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A3535"/>
                </a:solidFill>
                <a:latin typeface="Trebuchet MS"/>
                <a:cs typeface="Trebuchet MS"/>
              </a:rPr>
              <a:t>of</a:t>
            </a:r>
            <a:r>
              <a:rPr sz="1800" spc="-15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3A3535"/>
                </a:solidFill>
                <a:latin typeface="Trebuchet MS"/>
                <a:cs typeface="Trebuchet MS"/>
              </a:rPr>
              <a:t>GestureVolume.</a:t>
            </a:r>
            <a:r>
              <a:rPr sz="1800" spc="-14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3A3535"/>
                </a:solidFill>
                <a:latin typeface="Trebuchet MS"/>
                <a:cs typeface="Trebuchet MS"/>
              </a:rPr>
              <a:t>We</a:t>
            </a:r>
            <a:r>
              <a:rPr sz="1800" spc="-13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A3535"/>
                </a:solidFill>
                <a:latin typeface="Trebuchet MS"/>
                <a:cs typeface="Trebuchet MS"/>
              </a:rPr>
              <a:t>are</a:t>
            </a:r>
            <a:r>
              <a:rPr sz="1800" spc="-13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A3535"/>
                </a:solidFill>
                <a:latin typeface="Trebuchet MS"/>
                <a:cs typeface="Trebuchet MS"/>
              </a:rPr>
              <a:t>excited</a:t>
            </a:r>
            <a:r>
              <a:rPr sz="1800" spc="-20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3A3535"/>
                </a:solidFill>
                <a:latin typeface="Trebuchet MS"/>
                <a:cs typeface="Trebuchet MS"/>
              </a:rPr>
              <a:t>about</a:t>
            </a:r>
            <a:r>
              <a:rPr sz="1800" spc="-12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A3535"/>
                </a:solidFill>
                <a:latin typeface="Trebuchet MS"/>
                <a:cs typeface="Trebuchet MS"/>
              </a:rPr>
              <a:t>the</a:t>
            </a:r>
            <a:r>
              <a:rPr sz="1800" spc="-13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A3535"/>
                </a:solidFill>
                <a:latin typeface="Trebuchet MS"/>
                <a:cs typeface="Trebuchet MS"/>
              </a:rPr>
              <a:t>future</a:t>
            </a:r>
            <a:r>
              <a:rPr sz="1800" spc="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3A3535"/>
                </a:solidFill>
                <a:latin typeface="Trebuchet MS"/>
                <a:cs typeface="Trebuchet MS"/>
              </a:rPr>
              <a:t>of</a:t>
            </a:r>
            <a:r>
              <a:rPr sz="1800" spc="-17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Trebuchet MS"/>
                <a:cs typeface="Trebuchet MS"/>
              </a:rPr>
              <a:t>touchless </a:t>
            </a:r>
            <a:r>
              <a:rPr sz="1800" spc="-90" dirty="0">
                <a:solidFill>
                  <a:srgbClr val="3A3535"/>
                </a:solidFill>
                <a:latin typeface="Trebuchet MS"/>
                <a:cs typeface="Trebuchet MS"/>
              </a:rPr>
              <a:t>interaction</a:t>
            </a:r>
            <a:r>
              <a:rPr sz="1800" spc="-10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3A3535"/>
                </a:solidFill>
                <a:latin typeface="Trebuchet MS"/>
                <a:cs typeface="Trebuchet MS"/>
              </a:rPr>
              <a:t>and</a:t>
            </a:r>
            <a:r>
              <a:rPr sz="1800" spc="-12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3A3535"/>
                </a:solidFill>
                <a:latin typeface="Trebuchet MS"/>
                <a:cs typeface="Trebuchet MS"/>
              </a:rPr>
              <a:t>welcome</a:t>
            </a:r>
            <a:r>
              <a:rPr sz="1800" spc="-13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3A3535"/>
                </a:solidFill>
                <a:latin typeface="Trebuchet MS"/>
                <a:cs typeface="Trebuchet MS"/>
              </a:rPr>
              <a:t>any</a:t>
            </a:r>
            <a:r>
              <a:rPr sz="1800" spc="-12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3A3535"/>
                </a:solidFill>
                <a:latin typeface="Trebuchet MS"/>
                <a:cs typeface="Trebuchet MS"/>
              </a:rPr>
              <a:t>questions</a:t>
            </a:r>
            <a:r>
              <a:rPr sz="1800" spc="-125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3A3535"/>
                </a:solidFill>
                <a:latin typeface="Trebuchet MS"/>
                <a:cs typeface="Trebuchet MS"/>
              </a:rPr>
              <a:t>you</a:t>
            </a:r>
            <a:r>
              <a:rPr sz="1800" spc="-12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3A3535"/>
                </a:solidFill>
                <a:latin typeface="Trebuchet MS"/>
                <a:cs typeface="Trebuchet MS"/>
              </a:rPr>
              <a:t>may</a:t>
            </a:r>
            <a:r>
              <a:rPr sz="1800" spc="-210" dirty="0">
                <a:solidFill>
                  <a:srgbClr val="3A353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A3535"/>
                </a:solidFill>
                <a:latin typeface="Trebuchet MS"/>
                <a:cs typeface="Trebuchet MS"/>
              </a:rPr>
              <a:t>have.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1189</Words>
  <Application>Microsoft Office PowerPoint</Application>
  <PresentationFormat>Custom</PresentationFormat>
  <Paragraphs>143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MT</vt:lpstr>
      <vt:lpstr>Calibri</vt:lpstr>
      <vt:lpstr>Cambria Math</vt:lpstr>
      <vt:lpstr>Tahoma</vt:lpstr>
      <vt:lpstr>Trebuchet MS</vt:lpstr>
      <vt:lpstr>Verdana</vt:lpstr>
      <vt:lpstr>Office Theme</vt:lpstr>
      <vt:lpstr>PowerPoint Presentation</vt:lpstr>
      <vt:lpstr>Introducing</vt:lpstr>
      <vt:lpstr>How Gesture Control Works</vt:lpstr>
      <vt:lpstr>Project Overview</vt:lpstr>
      <vt:lpstr>System Architecture</vt:lpstr>
      <vt:lpstr>System Components</vt:lpstr>
      <vt:lpstr>Technology Stack</vt:lpstr>
      <vt:lpstr>Python Code Explanation</vt:lpstr>
      <vt:lpstr>System Output</vt:lpstr>
      <vt:lpstr>Real-Time Application s Advantages</vt:lpstr>
      <vt:lpstr>User Interface s Experience</vt:lpstr>
      <vt:lpstr>Algorithm s Modules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Arpitha M</dc:creator>
  <cp:lastModifiedBy>Arpitha M</cp:lastModifiedBy>
  <cp:revision>3</cp:revision>
  <dcterms:created xsi:type="dcterms:W3CDTF">2026-01-08T15:44:42Z</dcterms:created>
  <dcterms:modified xsi:type="dcterms:W3CDTF">2026-01-08T16:02:40Z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2026-01-07T00:00:00Z</vt:filetime>
  </property>
  <property fmtid="{D5CDD505-2E9C-101B-9397-08002B2CF9AE}" pid="3" name="LastSaved">
    <vt:filetime>2026-01-08T00:00:00Z</vt:filetime>
  </property>
</Properties>
</file>